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6"/>
  </p:notesMasterIdLst>
  <p:sldIdLst>
    <p:sldId id="257" r:id="rId2"/>
    <p:sldId id="258" r:id="rId3"/>
    <p:sldId id="260" r:id="rId4"/>
    <p:sldId id="259" r:id="rId5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7"/>
      <p:bold r:id="rId8"/>
      <p:italic r:id="rId9"/>
      <p:boldItalic r:id="rId10"/>
    </p:embeddedFont>
    <p:embeddedFont>
      <p:font typeface="Montserrat Medium" panose="00000600000000000000" pitchFamily="2" charset="0"/>
      <p:regular r:id="rId11"/>
      <p:bold r:id="rId12"/>
      <p:italic r:id="rId13"/>
      <p:boldItalic r:id="rId14"/>
    </p:embeddedFont>
    <p:embeddedFont>
      <p:font typeface="Montserrat SemiBold" panose="00000700000000000000" pitchFamily="2" charset="0"/>
      <p:regular r:id="rId15"/>
      <p:bold r:id="rId16"/>
      <p:italic r:id="rId17"/>
      <p:boldItalic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  <p:embeddedFont>
      <p:font typeface="Vollkorn" panose="020B0604020202020204" charset="0"/>
      <p:regular r:id="rId23"/>
      <p:bold r:id="rId24"/>
      <p:italic r:id="rId25"/>
      <p:boldItalic r:id="rId26"/>
    </p:embeddedFont>
    <p:embeddedFont>
      <p:font typeface="Vollkorn ExtraBold" panose="020B0604020202020204" charset="0"/>
      <p:bold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thryn Meyer" initials="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9" d="100"/>
          <a:sy n="139" d="100"/>
        </p:scale>
        <p:origin x="804" y="12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7.fntdata"/><Relationship Id="rId18" Type="http://schemas.openxmlformats.org/officeDocument/2006/relationships/font" Target="fonts/font12.fntdata"/><Relationship Id="rId26" Type="http://schemas.openxmlformats.org/officeDocument/2006/relationships/font" Target="fonts/font20.fntdata"/><Relationship Id="rId3" Type="http://schemas.openxmlformats.org/officeDocument/2006/relationships/slide" Target="slides/slide2.xml"/><Relationship Id="rId21" Type="http://schemas.openxmlformats.org/officeDocument/2006/relationships/font" Target="fonts/font15.fntdata"/><Relationship Id="rId34" Type="http://schemas.microsoft.com/office/2016/11/relationships/changesInfo" Target="changesInfos/changesInfo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font" Target="fonts/font11.fntdata"/><Relationship Id="rId25" Type="http://schemas.openxmlformats.org/officeDocument/2006/relationships/font" Target="fonts/font19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0.fntdata"/><Relationship Id="rId20" Type="http://schemas.openxmlformats.org/officeDocument/2006/relationships/font" Target="fonts/font14.fntdata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24" Type="http://schemas.openxmlformats.org/officeDocument/2006/relationships/font" Target="fonts/font18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openxmlformats.org/officeDocument/2006/relationships/font" Target="fonts/font17.fntdata"/><Relationship Id="rId28" Type="http://schemas.openxmlformats.org/officeDocument/2006/relationships/font" Target="fonts/font22.fntdata"/><Relationship Id="rId10" Type="http://schemas.openxmlformats.org/officeDocument/2006/relationships/font" Target="fonts/font4.fntdata"/><Relationship Id="rId19" Type="http://schemas.openxmlformats.org/officeDocument/2006/relationships/font" Target="fonts/font13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font" Target="fonts/font16.fntdata"/><Relationship Id="rId27" Type="http://schemas.openxmlformats.org/officeDocument/2006/relationships/font" Target="fonts/font21.fntdata"/><Relationship Id="rId30" Type="http://schemas.openxmlformats.org/officeDocument/2006/relationships/presProps" Target="presProps.xml"/><Relationship Id="rId8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el Gutierrez" userId="f4425a33-5344-4f22-a74d-144ce027b359" providerId="ADAL" clId="{DF3AA779-DD90-4526-9E81-54E22C0ABE7B}"/>
    <pc:docChg chg="delSld delMainMaster">
      <pc:chgData name="Leonel Gutierrez" userId="f4425a33-5344-4f22-a74d-144ce027b359" providerId="ADAL" clId="{DF3AA779-DD90-4526-9E81-54E22C0ABE7B}" dt="2025-07-18T17:20:48.462" v="37" actId="47"/>
      <pc:docMkLst>
        <pc:docMk/>
      </pc:docMkLst>
      <pc:sldChg chg="del">
        <pc:chgData name="Leonel Gutierrez" userId="f4425a33-5344-4f22-a74d-144ce027b359" providerId="ADAL" clId="{DF3AA779-DD90-4526-9E81-54E22C0ABE7B}" dt="2025-07-18T17:20:14.110" v="0" actId="47"/>
        <pc:sldMkLst>
          <pc:docMk/>
          <pc:sldMk cId="0" sldId="256"/>
        </pc:sldMkLst>
      </pc:sldChg>
      <pc:sldChg chg="del">
        <pc:chgData name="Leonel Gutierrez" userId="f4425a33-5344-4f22-a74d-144ce027b359" providerId="ADAL" clId="{DF3AA779-DD90-4526-9E81-54E22C0ABE7B}" dt="2025-07-18T17:20:15.868" v="1" actId="47"/>
        <pc:sldMkLst>
          <pc:docMk/>
          <pc:sldMk cId="0" sldId="260"/>
        </pc:sldMkLst>
      </pc:sldChg>
      <pc:sldChg chg="del">
        <pc:chgData name="Leonel Gutierrez" userId="f4425a33-5344-4f22-a74d-144ce027b359" providerId="ADAL" clId="{DF3AA779-DD90-4526-9E81-54E22C0ABE7B}" dt="2025-07-18T17:20:23.067" v="2" actId="47"/>
        <pc:sldMkLst>
          <pc:docMk/>
          <pc:sldMk cId="0" sldId="261"/>
        </pc:sldMkLst>
      </pc:sldChg>
      <pc:sldChg chg="del">
        <pc:chgData name="Leonel Gutierrez" userId="f4425a33-5344-4f22-a74d-144ce027b359" providerId="ADAL" clId="{DF3AA779-DD90-4526-9E81-54E22C0ABE7B}" dt="2025-07-18T17:20:25.365" v="3" actId="47"/>
        <pc:sldMkLst>
          <pc:docMk/>
          <pc:sldMk cId="0" sldId="262"/>
        </pc:sldMkLst>
      </pc:sldChg>
      <pc:sldChg chg="del">
        <pc:chgData name="Leonel Gutierrez" userId="f4425a33-5344-4f22-a74d-144ce027b359" providerId="ADAL" clId="{DF3AA779-DD90-4526-9E81-54E22C0ABE7B}" dt="2025-07-18T17:20:26.537" v="4" actId="47"/>
        <pc:sldMkLst>
          <pc:docMk/>
          <pc:sldMk cId="0" sldId="263"/>
        </pc:sldMkLst>
      </pc:sldChg>
      <pc:sldChg chg="del">
        <pc:chgData name="Leonel Gutierrez" userId="f4425a33-5344-4f22-a74d-144ce027b359" providerId="ADAL" clId="{DF3AA779-DD90-4526-9E81-54E22C0ABE7B}" dt="2025-07-18T17:20:27.354" v="5" actId="47"/>
        <pc:sldMkLst>
          <pc:docMk/>
          <pc:sldMk cId="0" sldId="264"/>
        </pc:sldMkLst>
      </pc:sldChg>
      <pc:sldChg chg="del">
        <pc:chgData name="Leonel Gutierrez" userId="f4425a33-5344-4f22-a74d-144ce027b359" providerId="ADAL" clId="{DF3AA779-DD90-4526-9E81-54E22C0ABE7B}" dt="2025-07-18T17:20:28.125" v="6" actId="47"/>
        <pc:sldMkLst>
          <pc:docMk/>
          <pc:sldMk cId="0" sldId="265"/>
        </pc:sldMkLst>
      </pc:sldChg>
      <pc:sldChg chg="del">
        <pc:chgData name="Leonel Gutierrez" userId="f4425a33-5344-4f22-a74d-144ce027b359" providerId="ADAL" clId="{DF3AA779-DD90-4526-9E81-54E22C0ABE7B}" dt="2025-07-18T17:20:28.842" v="7" actId="47"/>
        <pc:sldMkLst>
          <pc:docMk/>
          <pc:sldMk cId="0" sldId="266"/>
        </pc:sldMkLst>
      </pc:sldChg>
      <pc:sldChg chg="del">
        <pc:chgData name="Leonel Gutierrez" userId="f4425a33-5344-4f22-a74d-144ce027b359" providerId="ADAL" clId="{DF3AA779-DD90-4526-9E81-54E22C0ABE7B}" dt="2025-07-18T17:20:29.481" v="8" actId="47"/>
        <pc:sldMkLst>
          <pc:docMk/>
          <pc:sldMk cId="0" sldId="267"/>
        </pc:sldMkLst>
      </pc:sldChg>
      <pc:sldChg chg="del">
        <pc:chgData name="Leonel Gutierrez" userId="f4425a33-5344-4f22-a74d-144ce027b359" providerId="ADAL" clId="{DF3AA779-DD90-4526-9E81-54E22C0ABE7B}" dt="2025-07-18T17:20:30.199" v="9" actId="47"/>
        <pc:sldMkLst>
          <pc:docMk/>
          <pc:sldMk cId="0" sldId="268"/>
        </pc:sldMkLst>
      </pc:sldChg>
      <pc:sldChg chg="del">
        <pc:chgData name="Leonel Gutierrez" userId="f4425a33-5344-4f22-a74d-144ce027b359" providerId="ADAL" clId="{DF3AA779-DD90-4526-9E81-54E22C0ABE7B}" dt="2025-07-18T17:20:31.064" v="10" actId="47"/>
        <pc:sldMkLst>
          <pc:docMk/>
          <pc:sldMk cId="0" sldId="269"/>
        </pc:sldMkLst>
      </pc:sldChg>
      <pc:sldChg chg="del">
        <pc:chgData name="Leonel Gutierrez" userId="f4425a33-5344-4f22-a74d-144ce027b359" providerId="ADAL" clId="{DF3AA779-DD90-4526-9E81-54E22C0ABE7B}" dt="2025-07-18T17:20:31.850" v="11" actId="47"/>
        <pc:sldMkLst>
          <pc:docMk/>
          <pc:sldMk cId="0" sldId="270"/>
        </pc:sldMkLst>
      </pc:sldChg>
      <pc:sldChg chg="del">
        <pc:chgData name="Leonel Gutierrez" userId="f4425a33-5344-4f22-a74d-144ce027b359" providerId="ADAL" clId="{DF3AA779-DD90-4526-9E81-54E22C0ABE7B}" dt="2025-07-18T17:20:32.504" v="12" actId="47"/>
        <pc:sldMkLst>
          <pc:docMk/>
          <pc:sldMk cId="0" sldId="271"/>
        </pc:sldMkLst>
      </pc:sldChg>
      <pc:sldChg chg="del">
        <pc:chgData name="Leonel Gutierrez" userId="f4425a33-5344-4f22-a74d-144ce027b359" providerId="ADAL" clId="{DF3AA779-DD90-4526-9E81-54E22C0ABE7B}" dt="2025-07-18T17:20:33.153" v="13" actId="47"/>
        <pc:sldMkLst>
          <pc:docMk/>
          <pc:sldMk cId="0" sldId="272"/>
        </pc:sldMkLst>
      </pc:sldChg>
      <pc:sldChg chg="del">
        <pc:chgData name="Leonel Gutierrez" userId="f4425a33-5344-4f22-a74d-144ce027b359" providerId="ADAL" clId="{DF3AA779-DD90-4526-9E81-54E22C0ABE7B}" dt="2025-07-18T17:20:33.983" v="14" actId="47"/>
        <pc:sldMkLst>
          <pc:docMk/>
          <pc:sldMk cId="0" sldId="273"/>
        </pc:sldMkLst>
      </pc:sldChg>
      <pc:sldChg chg="del">
        <pc:chgData name="Leonel Gutierrez" userId="f4425a33-5344-4f22-a74d-144ce027b359" providerId="ADAL" clId="{DF3AA779-DD90-4526-9E81-54E22C0ABE7B}" dt="2025-07-18T17:20:35.442" v="15" actId="47"/>
        <pc:sldMkLst>
          <pc:docMk/>
          <pc:sldMk cId="0" sldId="274"/>
        </pc:sldMkLst>
      </pc:sldChg>
      <pc:sldChg chg="del">
        <pc:chgData name="Leonel Gutierrez" userId="f4425a33-5344-4f22-a74d-144ce027b359" providerId="ADAL" clId="{DF3AA779-DD90-4526-9E81-54E22C0ABE7B}" dt="2025-07-18T17:20:36.444" v="16" actId="47"/>
        <pc:sldMkLst>
          <pc:docMk/>
          <pc:sldMk cId="0" sldId="275"/>
        </pc:sldMkLst>
      </pc:sldChg>
      <pc:sldChg chg="del">
        <pc:chgData name="Leonel Gutierrez" userId="f4425a33-5344-4f22-a74d-144ce027b359" providerId="ADAL" clId="{DF3AA779-DD90-4526-9E81-54E22C0ABE7B}" dt="2025-07-18T17:20:37.400" v="17" actId="47"/>
        <pc:sldMkLst>
          <pc:docMk/>
          <pc:sldMk cId="0" sldId="276"/>
        </pc:sldMkLst>
      </pc:sldChg>
      <pc:sldChg chg="del">
        <pc:chgData name="Leonel Gutierrez" userId="f4425a33-5344-4f22-a74d-144ce027b359" providerId="ADAL" clId="{DF3AA779-DD90-4526-9E81-54E22C0ABE7B}" dt="2025-07-18T17:20:38.280" v="18" actId="47"/>
        <pc:sldMkLst>
          <pc:docMk/>
          <pc:sldMk cId="0" sldId="277"/>
        </pc:sldMkLst>
      </pc:sldChg>
      <pc:sldChg chg="del">
        <pc:chgData name="Leonel Gutierrez" userId="f4425a33-5344-4f22-a74d-144ce027b359" providerId="ADAL" clId="{DF3AA779-DD90-4526-9E81-54E22C0ABE7B}" dt="2025-07-18T17:20:39.003" v="19" actId="47"/>
        <pc:sldMkLst>
          <pc:docMk/>
          <pc:sldMk cId="0" sldId="278"/>
        </pc:sldMkLst>
      </pc:sldChg>
      <pc:sldChg chg="del">
        <pc:chgData name="Leonel Gutierrez" userId="f4425a33-5344-4f22-a74d-144ce027b359" providerId="ADAL" clId="{DF3AA779-DD90-4526-9E81-54E22C0ABE7B}" dt="2025-07-18T17:20:40.653" v="20" actId="47"/>
        <pc:sldMkLst>
          <pc:docMk/>
          <pc:sldMk cId="0" sldId="279"/>
        </pc:sldMkLst>
      </pc:sldChg>
      <pc:sldChg chg="del">
        <pc:chgData name="Leonel Gutierrez" userId="f4425a33-5344-4f22-a74d-144ce027b359" providerId="ADAL" clId="{DF3AA779-DD90-4526-9E81-54E22C0ABE7B}" dt="2025-07-18T17:20:42.455" v="21" actId="47"/>
        <pc:sldMkLst>
          <pc:docMk/>
          <pc:sldMk cId="0" sldId="280"/>
        </pc:sldMkLst>
      </pc:sldChg>
      <pc:sldChg chg="del">
        <pc:chgData name="Leonel Gutierrez" userId="f4425a33-5344-4f22-a74d-144ce027b359" providerId="ADAL" clId="{DF3AA779-DD90-4526-9E81-54E22C0ABE7B}" dt="2025-07-18T17:20:44.005" v="22" actId="47"/>
        <pc:sldMkLst>
          <pc:docMk/>
          <pc:sldMk cId="0" sldId="281"/>
        </pc:sldMkLst>
      </pc:sldChg>
      <pc:sldChg chg="del">
        <pc:chgData name="Leonel Gutierrez" userId="f4425a33-5344-4f22-a74d-144ce027b359" providerId="ADAL" clId="{DF3AA779-DD90-4526-9E81-54E22C0ABE7B}" dt="2025-07-18T17:20:44.507" v="23" actId="47"/>
        <pc:sldMkLst>
          <pc:docMk/>
          <pc:sldMk cId="0" sldId="282"/>
        </pc:sldMkLst>
      </pc:sldChg>
      <pc:sldChg chg="del">
        <pc:chgData name="Leonel Gutierrez" userId="f4425a33-5344-4f22-a74d-144ce027b359" providerId="ADAL" clId="{DF3AA779-DD90-4526-9E81-54E22C0ABE7B}" dt="2025-07-18T17:20:44.808" v="24" actId="47"/>
        <pc:sldMkLst>
          <pc:docMk/>
          <pc:sldMk cId="0" sldId="283"/>
        </pc:sldMkLst>
      </pc:sldChg>
      <pc:sldChg chg="del">
        <pc:chgData name="Leonel Gutierrez" userId="f4425a33-5344-4f22-a74d-144ce027b359" providerId="ADAL" clId="{DF3AA779-DD90-4526-9E81-54E22C0ABE7B}" dt="2025-07-18T17:20:45.071" v="25" actId="47"/>
        <pc:sldMkLst>
          <pc:docMk/>
          <pc:sldMk cId="0" sldId="284"/>
        </pc:sldMkLst>
      </pc:sldChg>
      <pc:sldChg chg="del">
        <pc:chgData name="Leonel Gutierrez" userId="f4425a33-5344-4f22-a74d-144ce027b359" providerId="ADAL" clId="{DF3AA779-DD90-4526-9E81-54E22C0ABE7B}" dt="2025-07-18T17:20:45.387" v="26" actId="47"/>
        <pc:sldMkLst>
          <pc:docMk/>
          <pc:sldMk cId="0" sldId="285"/>
        </pc:sldMkLst>
      </pc:sldChg>
      <pc:sldChg chg="del">
        <pc:chgData name="Leonel Gutierrez" userId="f4425a33-5344-4f22-a74d-144ce027b359" providerId="ADAL" clId="{DF3AA779-DD90-4526-9E81-54E22C0ABE7B}" dt="2025-07-18T17:20:45.710" v="27" actId="47"/>
        <pc:sldMkLst>
          <pc:docMk/>
          <pc:sldMk cId="0" sldId="286"/>
        </pc:sldMkLst>
      </pc:sldChg>
      <pc:sldChg chg="del">
        <pc:chgData name="Leonel Gutierrez" userId="f4425a33-5344-4f22-a74d-144ce027b359" providerId="ADAL" clId="{DF3AA779-DD90-4526-9E81-54E22C0ABE7B}" dt="2025-07-18T17:20:46.041" v="28" actId="47"/>
        <pc:sldMkLst>
          <pc:docMk/>
          <pc:sldMk cId="0" sldId="287"/>
        </pc:sldMkLst>
      </pc:sldChg>
      <pc:sldChg chg="del">
        <pc:chgData name="Leonel Gutierrez" userId="f4425a33-5344-4f22-a74d-144ce027b359" providerId="ADAL" clId="{DF3AA779-DD90-4526-9E81-54E22C0ABE7B}" dt="2025-07-18T17:20:46.395" v="29" actId="47"/>
        <pc:sldMkLst>
          <pc:docMk/>
          <pc:sldMk cId="0" sldId="288"/>
        </pc:sldMkLst>
      </pc:sldChg>
      <pc:sldChg chg="del">
        <pc:chgData name="Leonel Gutierrez" userId="f4425a33-5344-4f22-a74d-144ce027b359" providerId="ADAL" clId="{DF3AA779-DD90-4526-9E81-54E22C0ABE7B}" dt="2025-07-18T17:20:46.674" v="30" actId="47"/>
        <pc:sldMkLst>
          <pc:docMk/>
          <pc:sldMk cId="0" sldId="289"/>
        </pc:sldMkLst>
      </pc:sldChg>
      <pc:sldChg chg="del">
        <pc:chgData name="Leonel Gutierrez" userId="f4425a33-5344-4f22-a74d-144ce027b359" providerId="ADAL" clId="{DF3AA779-DD90-4526-9E81-54E22C0ABE7B}" dt="2025-07-18T17:20:46.975" v="31" actId="47"/>
        <pc:sldMkLst>
          <pc:docMk/>
          <pc:sldMk cId="0" sldId="290"/>
        </pc:sldMkLst>
      </pc:sldChg>
      <pc:sldChg chg="del">
        <pc:chgData name="Leonel Gutierrez" userId="f4425a33-5344-4f22-a74d-144ce027b359" providerId="ADAL" clId="{DF3AA779-DD90-4526-9E81-54E22C0ABE7B}" dt="2025-07-18T17:20:47.291" v="32" actId="47"/>
        <pc:sldMkLst>
          <pc:docMk/>
          <pc:sldMk cId="0" sldId="291"/>
        </pc:sldMkLst>
      </pc:sldChg>
      <pc:sldChg chg="del">
        <pc:chgData name="Leonel Gutierrez" userId="f4425a33-5344-4f22-a74d-144ce027b359" providerId="ADAL" clId="{DF3AA779-DD90-4526-9E81-54E22C0ABE7B}" dt="2025-07-18T17:20:47.545" v="33" actId="47"/>
        <pc:sldMkLst>
          <pc:docMk/>
          <pc:sldMk cId="0" sldId="292"/>
        </pc:sldMkLst>
      </pc:sldChg>
      <pc:sldChg chg="del">
        <pc:chgData name="Leonel Gutierrez" userId="f4425a33-5344-4f22-a74d-144ce027b359" providerId="ADAL" clId="{DF3AA779-DD90-4526-9E81-54E22C0ABE7B}" dt="2025-07-18T17:20:47.761" v="34" actId="47"/>
        <pc:sldMkLst>
          <pc:docMk/>
          <pc:sldMk cId="0" sldId="293"/>
        </pc:sldMkLst>
      </pc:sldChg>
      <pc:sldChg chg="del">
        <pc:chgData name="Leonel Gutierrez" userId="f4425a33-5344-4f22-a74d-144ce027b359" providerId="ADAL" clId="{DF3AA779-DD90-4526-9E81-54E22C0ABE7B}" dt="2025-07-18T17:20:48.015" v="35" actId="47"/>
        <pc:sldMkLst>
          <pc:docMk/>
          <pc:sldMk cId="0" sldId="294"/>
        </pc:sldMkLst>
      </pc:sldChg>
      <pc:sldChg chg="del">
        <pc:chgData name="Leonel Gutierrez" userId="f4425a33-5344-4f22-a74d-144ce027b359" providerId="ADAL" clId="{DF3AA779-DD90-4526-9E81-54E22C0ABE7B}" dt="2025-07-18T17:20:48.231" v="36" actId="47"/>
        <pc:sldMkLst>
          <pc:docMk/>
          <pc:sldMk cId="0" sldId="295"/>
        </pc:sldMkLst>
      </pc:sldChg>
      <pc:sldChg chg="del">
        <pc:chgData name="Leonel Gutierrez" userId="f4425a33-5344-4f22-a74d-144ce027b359" providerId="ADAL" clId="{DF3AA779-DD90-4526-9E81-54E22C0ABE7B}" dt="2025-07-18T17:20:48.462" v="37" actId="47"/>
        <pc:sldMkLst>
          <pc:docMk/>
          <pc:sldMk cId="0" sldId="296"/>
        </pc:sldMkLst>
      </pc:sldChg>
      <pc:sldMasterChg chg="del delSldLayout">
        <pc:chgData name="Leonel Gutierrez" userId="f4425a33-5344-4f22-a74d-144ce027b359" providerId="ADAL" clId="{DF3AA779-DD90-4526-9E81-54E22C0ABE7B}" dt="2025-07-18T17:20:46.975" v="31" actId="47"/>
        <pc:sldMasterMkLst>
          <pc:docMk/>
          <pc:sldMasterMk cId="0" sldId="2147483675"/>
        </pc:sldMasterMkLst>
        <pc:sldLayoutChg chg="del">
          <pc:chgData name="Leonel Gutierrez" userId="f4425a33-5344-4f22-a74d-144ce027b359" providerId="ADAL" clId="{DF3AA779-DD90-4526-9E81-54E22C0ABE7B}" dt="2025-07-18T17:20:46.975" v="31" actId="47"/>
          <pc:sldLayoutMkLst>
            <pc:docMk/>
            <pc:sldMasterMk cId="0" sldId="2147483675"/>
            <pc:sldLayoutMk cId="0" sldId="2147483648"/>
          </pc:sldLayoutMkLst>
        </pc:sldLayoutChg>
        <pc:sldLayoutChg chg="del">
          <pc:chgData name="Leonel Gutierrez" userId="f4425a33-5344-4f22-a74d-144ce027b359" providerId="ADAL" clId="{DF3AA779-DD90-4526-9E81-54E22C0ABE7B}" dt="2025-07-18T17:20:46.975" v="31" actId="47"/>
          <pc:sldLayoutMkLst>
            <pc:docMk/>
            <pc:sldMasterMk cId="0" sldId="2147483675"/>
            <pc:sldLayoutMk cId="0" sldId="2147483649"/>
          </pc:sldLayoutMkLst>
        </pc:sldLayoutChg>
        <pc:sldLayoutChg chg="del">
          <pc:chgData name="Leonel Gutierrez" userId="f4425a33-5344-4f22-a74d-144ce027b359" providerId="ADAL" clId="{DF3AA779-DD90-4526-9E81-54E22C0ABE7B}" dt="2025-07-18T17:20:46.975" v="31" actId="47"/>
          <pc:sldLayoutMkLst>
            <pc:docMk/>
            <pc:sldMasterMk cId="0" sldId="2147483675"/>
            <pc:sldLayoutMk cId="0" sldId="2147483650"/>
          </pc:sldLayoutMkLst>
        </pc:sldLayoutChg>
        <pc:sldLayoutChg chg="del">
          <pc:chgData name="Leonel Gutierrez" userId="f4425a33-5344-4f22-a74d-144ce027b359" providerId="ADAL" clId="{DF3AA779-DD90-4526-9E81-54E22C0ABE7B}" dt="2025-07-18T17:20:46.975" v="31" actId="47"/>
          <pc:sldLayoutMkLst>
            <pc:docMk/>
            <pc:sldMasterMk cId="0" sldId="2147483675"/>
            <pc:sldLayoutMk cId="0" sldId="2147483651"/>
          </pc:sldLayoutMkLst>
        </pc:sldLayoutChg>
        <pc:sldLayoutChg chg="del">
          <pc:chgData name="Leonel Gutierrez" userId="f4425a33-5344-4f22-a74d-144ce027b359" providerId="ADAL" clId="{DF3AA779-DD90-4526-9E81-54E22C0ABE7B}" dt="2025-07-18T17:20:46.975" v="31" actId="47"/>
          <pc:sldLayoutMkLst>
            <pc:docMk/>
            <pc:sldMasterMk cId="0" sldId="2147483675"/>
            <pc:sldLayoutMk cId="0" sldId="2147483652"/>
          </pc:sldLayoutMkLst>
        </pc:sldLayoutChg>
        <pc:sldLayoutChg chg="del">
          <pc:chgData name="Leonel Gutierrez" userId="f4425a33-5344-4f22-a74d-144ce027b359" providerId="ADAL" clId="{DF3AA779-DD90-4526-9E81-54E22C0ABE7B}" dt="2025-07-18T17:20:46.975" v="31" actId="47"/>
          <pc:sldLayoutMkLst>
            <pc:docMk/>
            <pc:sldMasterMk cId="0" sldId="2147483675"/>
            <pc:sldLayoutMk cId="0" sldId="2147483653"/>
          </pc:sldLayoutMkLst>
        </pc:sldLayoutChg>
        <pc:sldLayoutChg chg="del">
          <pc:chgData name="Leonel Gutierrez" userId="f4425a33-5344-4f22-a74d-144ce027b359" providerId="ADAL" clId="{DF3AA779-DD90-4526-9E81-54E22C0ABE7B}" dt="2025-07-18T17:20:46.975" v="31" actId="47"/>
          <pc:sldLayoutMkLst>
            <pc:docMk/>
            <pc:sldMasterMk cId="0" sldId="2147483675"/>
            <pc:sldLayoutMk cId="0" sldId="2147483654"/>
          </pc:sldLayoutMkLst>
        </pc:sldLayoutChg>
        <pc:sldLayoutChg chg="del">
          <pc:chgData name="Leonel Gutierrez" userId="f4425a33-5344-4f22-a74d-144ce027b359" providerId="ADAL" clId="{DF3AA779-DD90-4526-9E81-54E22C0ABE7B}" dt="2025-07-18T17:20:46.975" v="31" actId="47"/>
          <pc:sldLayoutMkLst>
            <pc:docMk/>
            <pc:sldMasterMk cId="0" sldId="2147483675"/>
            <pc:sldLayoutMk cId="0" sldId="2147483655"/>
          </pc:sldLayoutMkLst>
        </pc:sldLayoutChg>
      </pc:sldMasterChg>
      <pc:sldMasterChg chg="del delSldLayout">
        <pc:chgData name="Leonel Gutierrez" userId="f4425a33-5344-4f22-a74d-144ce027b359" providerId="ADAL" clId="{DF3AA779-DD90-4526-9E81-54E22C0ABE7B}" dt="2025-07-18T17:20:46.395" v="29" actId="47"/>
        <pc:sldMasterMkLst>
          <pc:docMk/>
          <pc:sldMasterMk cId="0" sldId="2147483676"/>
        </pc:sldMasterMkLst>
        <pc:sldLayoutChg chg="del">
          <pc:chgData name="Leonel Gutierrez" userId="f4425a33-5344-4f22-a74d-144ce027b359" providerId="ADAL" clId="{DF3AA779-DD90-4526-9E81-54E22C0ABE7B}" dt="2025-07-18T17:20:36.444" v="16" actId="47"/>
          <pc:sldLayoutMkLst>
            <pc:docMk/>
            <pc:sldMasterMk cId="0" sldId="2147483676"/>
            <pc:sldLayoutMk cId="0" sldId="2147483656"/>
          </pc:sldLayoutMkLst>
        </pc:sldLayoutChg>
        <pc:sldLayoutChg chg="del">
          <pc:chgData name="Leonel Gutierrez" userId="f4425a33-5344-4f22-a74d-144ce027b359" providerId="ADAL" clId="{DF3AA779-DD90-4526-9E81-54E22C0ABE7B}" dt="2025-07-18T17:20:46.395" v="29" actId="47"/>
          <pc:sldLayoutMkLst>
            <pc:docMk/>
            <pc:sldMasterMk cId="0" sldId="2147483676"/>
            <pc:sldLayoutMk cId="0" sldId="2147483657"/>
          </pc:sldLayoutMkLst>
        </pc:sldLayoutChg>
        <pc:sldLayoutChg chg="del">
          <pc:chgData name="Leonel Gutierrez" userId="f4425a33-5344-4f22-a74d-144ce027b359" providerId="ADAL" clId="{DF3AA779-DD90-4526-9E81-54E22C0ABE7B}" dt="2025-07-18T17:20:46.395" v="29" actId="47"/>
          <pc:sldLayoutMkLst>
            <pc:docMk/>
            <pc:sldMasterMk cId="0" sldId="2147483676"/>
            <pc:sldLayoutMk cId="0" sldId="2147483658"/>
          </pc:sldLayoutMkLst>
        </pc:sldLayoutChg>
        <pc:sldLayoutChg chg="del">
          <pc:chgData name="Leonel Gutierrez" userId="f4425a33-5344-4f22-a74d-144ce027b359" providerId="ADAL" clId="{DF3AA779-DD90-4526-9E81-54E22C0ABE7B}" dt="2025-07-18T17:20:46.395" v="29" actId="47"/>
          <pc:sldLayoutMkLst>
            <pc:docMk/>
            <pc:sldMasterMk cId="0" sldId="2147483676"/>
            <pc:sldLayoutMk cId="0" sldId="2147483659"/>
          </pc:sldLayoutMkLst>
        </pc:sldLayoutChg>
        <pc:sldLayoutChg chg="del">
          <pc:chgData name="Leonel Gutierrez" userId="f4425a33-5344-4f22-a74d-144ce027b359" providerId="ADAL" clId="{DF3AA779-DD90-4526-9E81-54E22C0ABE7B}" dt="2025-07-18T17:20:46.395" v="29" actId="47"/>
          <pc:sldLayoutMkLst>
            <pc:docMk/>
            <pc:sldMasterMk cId="0" sldId="2147483676"/>
            <pc:sldLayoutMk cId="0" sldId="2147483660"/>
          </pc:sldLayoutMkLst>
        </pc:sldLayoutChg>
        <pc:sldLayoutChg chg="del">
          <pc:chgData name="Leonel Gutierrez" userId="f4425a33-5344-4f22-a74d-144ce027b359" providerId="ADAL" clId="{DF3AA779-DD90-4526-9E81-54E22C0ABE7B}" dt="2025-07-18T17:20:46.395" v="29" actId="47"/>
          <pc:sldLayoutMkLst>
            <pc:docMk/>
            <pc:sldMasterMk cId="0" sldId="2147483676"/>
            <pc:sldLayoutMk cId="0" sldId="2147483661"/>
          </pc:sldLayoutMkLst>
        </pc:sldLayoutChg>
        <pc:sldLayoutChg chg="del">
          <pc:chgData name="Leonel Gutierrez" userId="f4425a33-5344-4f22-a74d-144ce027b359" providerId="ADAL" clId="{DF3AA779-DD90-4526-9E81-54E22C0ABE7B}" dt="2025-07-18T17:20:46.395" v="29" actId="47"/>
          <pc:sldLayoutMkLst>
            <pc:docMk/>
            <pc:sldMasterMk cId="0" sldId="2147483676"/>
            <pc:sldLayoutMk cId="0" sldId="2147483662"/>
          </pc:sldLayoutMkLst>
        </pc:sldLayoutChg>
        <pc:sldLayoutChg chg="del">
          <pc:chgData name="Leonel Gutierrez" userId="f4425a33-5344-4f22-a74d-144ce027b359" providerId="ADAL" clId="{DF3AA779-DD90-4526-9E81-54E22C0ABE7B}" dt="2025-07-18T17:20:46.395" v="29" actId="47"/>
          <pc:sldLayoutMkLst>
            <pc:docMk/>
            <pc:sldMasterMk cId="0" sldId="2147483676"/>
            <pc:sldLayoutMk cId="0" sldId="2147483663"/>
          </pc:sldLayoutMkLst>
        </pc:sldLayoutChg>
        <pc:sldLayoutChg chg="del">
          <pc:chgData name="Leonel Gutierrez" userId="f4425a33-5344-4f22-a74d-144ce027b359" providerId="ADAL" clId="{DF3AA779-DD90-4526-9E81-54E22C0ABE7B}" dt="2025-07-18T17:20:46.395" v="29" actId="47"/>
          <pc:sldLayoutMkLst>
            <pc:docMk/>
            <pc:sldMasterMk cId="0" sldId="2147483676"/>
            <pc:sldLayoutMk cId="0" sldId="2147483664"/>
          </pc:sldLayoutMkLst>
        </pc:sldLayoutChg>
        <pc:sldLayoutChg chg="del">
          <pc:chgData name="Leonel Gutierrez" userId="f4425a33-5344-4f22-a74d-144ce027b359" providerId="ADAL" clId="{DF3AA779-DD90-4526-9E81-54E22C0ABE7B}" dt="2025-07-18T17:20:46.395" v="29" actId="47"/>
          <pc:sldLayoutMkLst>
            <pc:docMk/>
            <pc:sldMasterMk cId="0" sldId="2147483676"/>
            <pc:sldLayoutMk cId="0" sldId="2147483665"/>
          </pc:sldLayoutMkLst>
        </pc:sldLayoutChg>
        <pc:sldLayoutChg chg="del">
          <pc:chgData name="Leonel Gutierrez" userId="f4425a33-5344-4f22-a74d-144ce027b359" providerId="ADAL" clId="{DF3AA779-DD90-4526-9E81-54E22C0ABE7B}" dt="2025-07-18T17:20:46.395" v="29" actId="47"/>
          <pc:sldLayoutMkLst>
            <pc:docMk/>
            <pc:sldMasterMk cId="0" sldId="2147483676"/>
            <pc:sldLayoutMk cId="0" sldId="2147483666"/>
          </pc:sldLayoutMkLst>
        </pc:sldLayoutChg>
      </pc:sldMasterChg>
      <pc:sldMasterChg chg="delSldLayout">
        <pc:chgData name="Leonel Gutierrez" userId="f4425a33-5344-4f22-a74d-144ce027b359" providerId="ADAL" clId="{DF3AA779-DD90-4526-9E81-54E22C0ABE7B}" dt="2025-07-18T17:20:48.462" v="37" actId="47"/>
        <pc:sldMasterMkLst>
          <pc:docMk/>
          <pc:sldMasterMk cId="0" sldId="2147483677"/>
        </pc:sldMasterMkLst>
        <pc:sldLayoutChg chg="del">
          <pc:chgData name="Leonel Gutierrez" userId="f4425a33-5344-4f22-a74d-144ce027b359" providerId="ADAL" clId="{DF3AA779-DD90-4526-9E81-54E22C0ABE7B}" dt="2025-07-18T17:20:47.291" v="32" actId="47"/>
          <pc:sldLayoutMkLst>
            <pc:docMk/>
            <pc:sldMasterMk cId="0" sldId="2147483677"/>
            <pc:sldLayoutMk cId="0" sldId="2147483667"/>
          </pc:sldLayoutMkLst>
        </pc:sldLayoutChg>
        <pc:sldLayoutChg chg="del">
          <pc:chgData name="Leonel Gutierrez" userId="f4425a33-5344-4f22-a74d-144ce027b359" providerId="ADAL" clId="{DF3AA779-DD90-4526-9E81-54E22C0ABE7B}" dt="2025-07-18T17:20:48.462" v="37" actId="47"/>
          <pc:sldLayoutMkLst>
            <pc:docMk/>
            <pc:sldMasterMk cId="0" sldId="2147483677"/>
            <pc:sldLayoutMk cId="0" sldId="2147483673"/>
          </pc:sldLayoutMkLst>
        </pc:sldLayoutChg>
      </pc:sldMaster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5-05-27T10:58:57.432" idx="4">
    <p:pos x="1390" y="2210"/>
    <p:text>Math/Early Ed Center</p:text>
  </p:cm>
  <p:cm authorId="0" dt="2025-05-27T11:00:42.176" idx="2">
    <p:pos x="564" y="2074"/>
    <p:text>3 ELL teachers and 4 Subs; 29 classroom teachers</p:text>
  </p:cm>
  <p:cm authorId="0" dt="2025-05-27T11:01:11.883" idx="3">
    <p:pos x="564" y="2174"/>
    <p:text>includes 25 Paraprofessionals and 2 secretaries</p:text>
  </p:cm>
  <p:cm authorId="0" dt="2025-05-27T11:01:57.843" idx="1">
    <p:pos x="4990" y="2083"/>
    <p:text>Includes 4 subs (39 teachers)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655cf8f8e_0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g33655cf8f8e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3655cf8f8e_0_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dirty="0"/>
              <a:t>Primary Faculty (29)</a:t>
            </a:r>
            <a:endParaRPr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dirty="0"/>
              <a:t>Secretaries (2)</a:t>
            </a:r>
            <a:endParaRPr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dirty="0"/>
              <a:t>Spec Learning Leads (4)</a:t>
            </a:r>
            <a:endParaRPr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dirty="0"/>
              <a:t>ELL (3)</a:t>
            </a:r>
            <a:endParaRPr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dirty="0"/>
              <a:t>Paras (25)</a:t>
            </a:r>
            <a:endParaRPr dirty="0"/>
          </a:p>
          <a:p>
            <a:pPr marL="45720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dirty="0"/>
              <a:t>Subs (4)</a:t>
            </a:r>
            <a:endParaRPr dirty="0"/>
          </a:p>
        </p:txBody>
      </p:sp>
      <p:sp>
        <p:nvSpPr>
          <p:cNvPr id="223" name="Google Shape;223;g33655cf8f8e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3655cf8f8e_0_1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00">
                <a:solidFill>
                  <a:schemeClr val="lt1"/>
                </a:solidFill>
                <a:latin typeface="Vollkorn"/>
                <a:ea typeface="Vollkorn"/>
                <a:cs typeface="Vollkorn"/>
                <a:sym typeface="Vollkorn"/>
              </a:rPr>
              <a:t>center (1)</a:t>
            </a:r>
            <a:endParaRPr sz="1300">
              <a:solidFill>
                <a:schemeClr val="lt1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2" name="Google Shape;262;g33655cf8f8e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1_Diapositiva de título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>
            <a:spLocks noGrp="1"/>
          </p:cNvSpPr>
          <p:nvPr>
            <p:ph type="body" idx="1"/>
          </p:nvPr>
        </p:nvSpPr>
        <p:spPr>
          <a:xfrm>
            <a:off x="571500" y="1036319"/>
            <a:ext cx="8001000" cy="26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50" tIns="34325" rIns="68650" bIns="343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0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400"/>
            </a:lvl2pPr>
            <a:lvl3pPr marL="1371600" lvl="2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400"/>
            </a:lvl3pPr>
            <a:lvl4pPr marL="1828800" lvl="3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00"/>
            </a:lvl4pPr>
            <a:lvl5pPr marL="2286000" lvl="4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00"/>
            </a:lvl5pPr>
            <a:lvl6pPr marL="2743200" lvl="5" indent="-3048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400"/>
            </a:lvl6pPr>
            <a:lvl7pPr marL="3200400" lvl="6" indent="-3048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400"/>
            </a:lvl7pPr>
            <a:lvl8pPr marL="3657600" lvl="7" indent="-3048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400"/>
            </a:lvl8pPr>
            <a:lvl9pPr marL="4114800" lvl="8" indent="-3048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400"/>
            </a:lvl9pPr>
          </a:lstStyle>
          <a:p>
            <a:endParaRPr/>
          </a:p>
        </p:txBody>
      </p:sp>
      <p:sp>
        <p:nvSpPr>
          <p:cNvPr id="118" name="Google Shape;118;p24"/>
          <p:cNvSpPr txBox="1">
            <a:spLocks noGrp="1"/>
          </p:cNvSpPr>
          <p:nvPr>
            <p:ph type="body" idx="2"/>
          </p:nvPr>
        </p:nvSpPr>
        <p:spPr>
          <a:xfrm>
            <a:off x="571500" y="596082"/>
            <a:ext cx="80010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50" tIns="34325" rIns="68650" bIns="343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400" b="1" i="0">
                <a:solidFill>
                  <a:schemeClr val="dk2"/>
                </a:solidFill>
                <a:latin typeface="Vollkorn ExtraBold"/>
                <a:ea typeface="Vollkorn ExtraBold"/>
                <a:cs typeface="Vollkorn ExtraBold"/>
                <a:sym typeface="Vollkorn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400"/>
            </a:lvl2pPr>
            <a:lvl3pPr marL="1371600" lvl="2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400"/>
            </a:lvl3pPr>
            <a:lvl4pPr marL="1828800" lvl="3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00"/>
            </a:lvl4pPr>
            <a:lvl5pPr marL="2286000" lvl="4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00"/>
            </a:lvl5pPr>
            <a:lvl6pPr marL="2743200" lvl="5" indent="-3048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400"/>
            </a:lvl6pPr>
            <a:lvl7pPr marL="3200400" lvl="6" indent="-3048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400"/>
            </a:lvl7pPr>
            <a:lvl8pPr marL="3657600" lvl="7" indent="-3048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400"/>
            </a:lvl8pPr>
            <a:lvl9pPr marL="4114800" lvl="8" indent="-3048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400"/>
            </a:lvl9pPr>
          </a:lstStyle>
          <a:p>
            <a:endParaRPr/>
          </a:p>
        </p:txBody>
      </p:sp>
      <p:pic>
        <p:nvPicPr>
          <p:cNvPr id="119" name="Google Shape;119;p24"/>
          <p:cNvPicPr preferRelativeResize="0"/>
          <p:nvPr/>
        </p:nvPicPr>
        <p:blipFill rotWithShape="1">
          <a:blip r:embed="rId2">
            <a:alphaModFix/>
          </a:blip>
          <a:srcRect t="14138" b="23412"/>
          <a:stretch/>
        </p:blipFill>
        <p:spPr>
          <a:xfrm>
            <a:off x="0" y="0"/>
            <a:ext cx="9144000" cy="447869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24"/>
          <p:cNvSpPr>
            <a:spLocks noGrp="1"/>
          </p:cNvSpPr>
          <p:nvPr>
            <p:ph type="pic" idx="3"/>
          </p:nvPr>
        </p:nvSpPr>
        <p:spPr>
          <a:xfrm>
            <a:off x="0" y="3397395"/>
            <a:ext cx="9141600" cy="1746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2_Diapositiva de título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>
            <a:spLocks noGrp="1"/>
          </p:cNvSpPr>
          <p:nvPr>
            <p:ph type="pic" idx="2"/>
          </p:nvPr>
        </p:nvSpPr>
        <p:spPr>
          <a:xfrm>
            <a:off x="3887396" y="1049105"/>
            <a:ext cx="4626900" cy="1521300"/>
          </a:xfrm>
          <a:prstGeom prst="rect">
            <a:avLst/>
          </a:prstGeom>
          <a:noFill/>
          <a:ln>
            <a:noFill/>
          </a:ln>
        </p:spPr>
      </p:sp>
      <p:sp>
        <p:nvSpPr>
          <p:cNvPr id="123" name="Google Shape;123;p25"/>
          <p:cNvSpPr txBox="1">
            <a:spLocks noGrp="1"/>
          </p:cNvSpPr>
          <p:nvPr>
            <p:ph type="body" idx="1"/>
          </p:nvPr>
        </p:nvSpPr>
        <p:spPr>
          <a:xfrm>
            <a:off x="629841" y="1048321"/>
            <a:ext cx="2949300" cy="25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50" tIns="34325" rIns="68650" bIns="343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300"/>
            </a:lvl2pPr>
            <a:lvl3pPr marL="1371600" lvl="2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300"/>
            </a:lvl3pPr>
            <a:lvl4pPr marL="1828800" lvl="3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200"/>
            </a:lvl4pPr>
            <a:lvl5pPr marL="2286000" lvl="4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200"/>
            </a:lvl5pPr>
            <a:lvl6pPr marL="2743200" lvl="5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200"/>
            </a:lvl6pPr>
            <a:lvl7pPr marL="3200400" lvl="6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200"/>
            </a:lvl7pPr>
            <a:lvl8pPr marL="3657600" lvl="7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200"/>
            </a:lvl8pPr>
            <a:lvl9pPr marL="4114800" lvl="8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200"/>
            </a:lvl9pPr>
          </a:lstStyle>
          <a:p>
            <a:endParaRPr/>
          </a:p>
        </p:txBody>
      </p:sp>
      <p:sp>
        <p:nvSpPr>
          <p:cNvPr id="124" name="Google Shape;124;p25"/>
          <p:cNvSpPr txBox="1">
            <a:spLocks noGrp="1"/>
          </p:cNvSpPr>
          <p:nvPr>
            <p:ph type="body" idx="3"/>
          </p:nvPr>
        </p:nvSpPr>
        <p:spPr>
          <a:xfrm>
            <a:off x="628654" y="570594"/>
            <a:ext cx="69888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50" tIns="34325" rIns="68650" bIns="343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400" b="1" i="0">
                <a:solidFill>
                  <a:schemeClr val="dk2"/>
                </a:solidFill>
                <a:latin typeface="Vollkorn ExtraBold"/>
                <a:ea typeface="Vollkorn ExtraBold"/>
                <a:cs typeface="Vollkorn ExtraBold"/>
                <a:sym typeface="Vollkorn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400"/>
            </a:lvl2pPr>
            <a:lvl3pPr marL="1371600" lvl="2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400"/>
            </a:lvl3pPr>
            <a:lvl4pPr marL="1828800" lvl="3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00"/>
            </a:lvl4pPr>
            <a:lvl5pPr marL="2286000" lvl="4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00"/>
            </a:lvl5pPr>
            <a:lvl6pPr marL="2743200" lvl="5" indent="-3048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400"/>
            </a:lvl6pPr>
            <a:lvl7pPr marL="3200400" lvl="6" indent="-3048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400"/>
            </a:lvl7pPr>
            <a:lvl8pPr marL="3657600" lvl="7" indent="-3048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400"/>
            </a:lvl8pPr>
            <a:lvl9pPr marL="4114800" lvl="8" indent="-3048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400"/>
            </a:lvl9pPr>
          </a:lstStyle>
          <a:p>
            <a:endParaRPr/>
          </a:p>
        </p:txBody>
      </p:sp>
      <p:sp>
        <p:nvSpPr>
          <p:cNvPr id="125" name="Google Shape;125;p25"/>
          <p:cNvSpPr txBox="1">
            <a:spLocks noGrp="1"/>
          </p:cNvSpPr>
          <p:nvPr>
            <p:ph type="body" idx="4"/>
          </p:nvPr>
        </p:nvSpPr>
        <p:spPr>
          <a:xfrm>
            <a:off x="3898421" y="2614195"/>
            <a:ext cx="4615800" cy="10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50" tIns="34325" rIns="68650" bIns="343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0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300"/>
            </a:lvl2pPr>
            <a:lvl3pPr marL="1371600" lvl="2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300"/>
            </a:lvl3pPr>
            <a:lvl4pPr marL="1828800" lvl="3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200"/>
            </a:lvl4pPr>
            <a:lvl5pPr marL="2286000" lvl="4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200"/>
            </a:lvl5pPr>
            <a:lvl6pPr marL="2743200" lvl="5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200"/>
            </a:lvl6pPr>
            <a:lvl7pPr marL="3200400" lvl="6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200"/>
            </a:lvl7pPr>
            <a:lvl8pPr marL="3657600" lvl="7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200"/>
            </a:lvl8pPr>
            <a:lvl9pPr marL="4114800" lvl="8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200"/>
            </a:lvl9pPr>
          </a:lstStyle>
          <a:p>
            <a:endParaRPr/>
          </a:p>
        </p:txBody>
      </p:sp>
      <p:pic>
        <p:nvPicPr>
          <p:cNvPr id="126" name="Google Shape;126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75712" y="141150"/>
            <a:ext cx="793857" cy="79573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5"/>
          <p:cNvSpPr>
            <a:spLocks noGrp="1"/>
          </p:cNvSpPr>
          <p:nvPr>
            <p:ph type="pic" idx="5"/>
          </p:nvPr>
        </p:nvSpPr>
        <p:spPr>
          <a:xfrm>
            <a:off x="2286" y="3397395"/>
            <a:ext cx="9141600" cy="1746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Curva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>
            <a:spLocks noGrp="1"/>
          </p:cNvSpPr>
          <p:nvPr>
            <p:ph type="pic" idx="2"/>
          </p:nvPr>
        </p:nvSpPr>
        <p:spPr>
          <a:xfrm>
            <a:off x="1143" y="3397395"/>
            <a:ext cx="9141600" cy="1746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30" name="Google Shape;130;p26"/>
          <p:cNvSpPr txBox="1">
            <a:spLocks noGrp="1"/>
          </p:cNvSpPr>
          <p:nvPr>
            <p:ph type="body" idx="1"/>
          </p:nvPr>
        </p:nvSpPr>
        <p:spPr>
          <a:xfrm>
            <a:off x="571500" y="1036319"/>
            <a:ext cx="8001000" cy="26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50" tIns="34325" rIns="68650" bIns="343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000" b="1" i="0"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400"/>
            </a:lvl2pPr>
            <a:lvl3pPr marL="1371600" lvl="2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400"/>
            </a:lvl3pPr>
            <a:lvl4pPr marL="1828800" lvl="3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00"/>
            </a:lvl4pPr>
            <a:lvl5pPr marL="2286000" lvl="4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00"/>
            </a:lvl5pPr>
            <a:lvl6pPr marL="2743200" lvl="5" indent="-3048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400"/>
            </a:lvl6pPr>
            <a:lvl7pPr marL="3200400" lvl="6" indent="-3048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400"/>
            </a:lvl7pPr>
            <a:lvl8pPr marL="3657600" lvl="7" indent="-3048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400"/>
            </a:lvl8pPr>
            <a:lvl9pPr marL="4114800" lvl="8" indent="-3048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400"/>
            </a:lvl9pPr>
          </a:lstStyle>
          <a:p>
            <a:endParaRPr/>
          </a:p>
        </p:txBody>
      </p:sp>
      <p:sp>
        <p:nvSpPr>
          <p:cNvPr id="131" name="Google Shape;131;p26"/>
          <p:cNvSpPr txBox="1">
            <a:spLocks noGrp="1"/>
          </p:cNvSpPr>
          <p:nvPr>
            <p:ph type="body" idx="3"/>
          </p:nvPr>
        </p:nvSpPr>
        <p:spPr>
          <a:xfrm>
            <a:off x="571500" y="596082"/>
            <a:ext cx="80010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50" tIns="34325" rIns="68650" bIns="343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400" b="1" i="0">
                <a:solidFill>
                  <a:schemeClr val="dk2"/>
                </a:solidFill>
                <a:latin typeface="Vollkorn ExtraBold"/>
                <a:ea typeface="Vollkorn ExtraBold"/>
                <a:cs typeface="Vollkorn ExtraBold"/>
                <a:sym typeface="Vollkorn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400"/>
            </a:lvl2pPr>
            <a:lvl3pPr marL="1371600" lvl="2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400"/>
            </a:lvl3pPr>
            <a:lvl4pPr marL="1828800" lvl="3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00"/>
            </a:lvl4pPr>
            <a:lvl5pPr marL="2286000" lvl="4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00"/>
            </a:lvl5pPr>
            <a:lvl6pPr marL="2743200" lvl="5" indent="-3048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400"/>
            </a:lvl6pPr>
            <a:lvl7pPr marL="3200400" lvl="6" indent="-3048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400"/>
            </a:lvl7pPr>
            <a:lvl8pPr marL="3657600" lvl="7" indent="-3048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400"/>
            </a:lvl8pPr>
            <a:lvl9pPr marL="4114800" lvl="8" indent="-3048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2_Diapositiva de título 2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7"/>
          <p:cNvSpPr txBox="1">
            <a:spLocks noGrp="1"/>
          </p:cNvSpPr>
          <p:nvPr>
            <p:ph type="subTitle" idx="1"/>
          </p:nvPr>
        </p:nvSpPr>
        <p:spPr>
          <a:xfrm>
            <a:off x="571500" y="969722"/>
            <a:ext cx="8001000" cy="8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50" tIns="34325" rIns="68650" bIns="343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000" b="1" i="0"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algn="ctr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600"/>
            </a:lvl2pPr>
            <a:lvl3pPr lvl="2" algn="ctr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500"/>
            </a:lvl3pPr>
            <a:lvl4pPr lvl="3" algn="ctr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500"/>
            </a:lvl4pPr>
            <a:lvl5pPr lvl="4" algn="ctr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500"/>
            </a:lvl5pPr>
            <a:lvl6pPr lvl="5" algn="ctr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500"/>
            </a:lvl6pPr>
            <a:lvl7pPr lvl="6" algn="ctr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500"/>
            </a:lvl7pPr>
            <a:lvl8pPr lvl="7" algn="ctr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500"/>
            </a:lvl8pPr>
            <a:lvl9pPr lvl="8" algn="ctr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500"/>
            </a:lvl9pPr>
          </a:lstStyle>
          <a:p>
            <a:endParaRPr/>
          </a:p>
        </p:txBody>
      </p:sp>
      <p:pic>
        <p:nvPicPr>
          <p:cNvPr id="134" name="Google Shape;134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37160" y="141150"/>
            <a:ext cx="793857" cy="795738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7"/>
          <p:cNvSpPr txBox="1">
            <a:spLocks noGrp="1"/>
          </p:cNvSpPr>
          <p:nvPr>
            <p:ph type="body" idx="2"/>
          </p:nvPr>
        </p:nvSpPr>
        <p:spPr>
          <a:xfrm>
            <a:off x="1026695" y="505862"/>
            <a:ext cx="67077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50" tIns="34325" rIns="68650" bIns="34325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400" b="1" i="0">
                <a:solidFill>
                  <a:schemeClr val="dk2"/>
                </a:solidFill>
                <a:latin typeface="Vollkorn ExtraBold"/>
                <a:ea typeface="Vollkorn ExtraBold"/>
                <a:cs typeface="Vollkorn ExtraBold"/>
                <a:sym typeface="Vollkorn ExtraBold"/>
              </a:defRPr>
            </a:lvl1pPr>
            <a:lvl2pPr marL="914400" lvl="1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400"/>
            </a:lvl2pPr>
            <a:lvl3pPr marL="1371600" lvl="2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400"/>
            </a:lvl3pPr>
            <a:lvl4pPr marL="1828800" lvl="3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00"/>
            </a:lvl4pPr>
            <a:lvl5pPr marL="2286000" lvl="4" indent="-2286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300"/>
            </a:lvl5pPr>
            <a:lvl6pPr marL="2743200" lvl="5" indent="-3048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400"/>
            </a:lvl6pPr>
            <a:lvl7pPr marL="3200400" lvl="6" indent="-3048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400"/>
            </a:lvl7pPr>
            <a:lvl8pPr marL="3657600" lvl="7" indent="-3048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400"/>
            </a:lvl8pPr>
            <a:lvl9pPr marL="4114800" lvl="8" indent="-304800" algn="l">
              <a:lnSpc>
                <a:spcPct val="9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400"/>
            </a:lvl9pPr>
          </a:lstStyle>
          <a:p>
            <a:endParaRPr/>
          </a:p>
        </p:txBody>
      </p:sp>
      <p:sp>
        <p:nvSpPr>
          <p:cNvPr id="136" name="Google Shape;136;p27"/>
          <p:cNvSpPr txBox="1">
            <a:spLocks noGrp="1"/>
          </p:cNvSpPr>
          <p:nvPr>
            <p:ph type="body" idx="3"/>
          </p:nvPr>
        </p:nvSpPr>
        <p:spPr>
          <a:xfrm>
            <a:off x="571535" y="1862036"/>
            <a:ext cx="5899800" cy="189900"/>
          </a:xfrm>
          <a:prstGeom prst="rect">
            <a:avLst/>
          </a:prstGeom>
          <a:solidFill>
            <a:srgbClr val="FF8300"/>
          </a:solidFill>
          <a:ln>
            <a:noFill/>
          </a:ln>
        </p:spPr>
        <p:txBody>
          <a:bodyPr spcFirstLastPara="1" wrap="square" lIns="68650" tIns="34325" rIns="68650" bIns="34325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 b="1" i="0" cap="none">
                <a:solidFill>
                  <a:schemeClr val="lt1"/>
                </a:solidFill>
                <a:latin typeface="Vollkorn"/>
                <a:ea typeface="Vollkorn"/>
                <a:cs typeface="Vollkorn"/>
                <a:sym typeface="Vollkorn"/>
              </a:defRPr>
            </a:lvl1pPr>
            <a:lvl2pPr marL="914400" lvl="1" indent="-22860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6pPr>
            <a:lvl7pPr marL="3200400" lvl="6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8pPr>
            <a:lvl9pPr marL="4114800" lvl="8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7"/>
          <p:cNvSpPr txBox="1">
            <a:spLocks noGrp="1"/>
          </p:cNvSpPr>
          <p:nvPr>
            <p:ph type="body" idx="4"/>
          </p:nvPr>
        </p:nvSpPr>
        <p:spPr>
          <a:xfrm>
            <a:off x="571535" y="2699676"/>
            <a:ext cx="5899800" cy="18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650" tIns="34325" rIns="68650" bIns="34325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 sz="600" b="1" i="0" cap="none">
                <a:solidFill>
                  <a:schemeClr val="lt1"/>
                </a:solidFill>
                <a:latin typeface="Vollkorn"/>
                <a:ea typeface="Vollkorn"/>
                <a:cs typeface="Vollkorn"/>
                <a:sym typeface="Vollkorn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6pPr>
            <a:lvl7pPr marL="3200400" lvl="6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8pPr>
            <a:lvl9pPr marL="4114800" lvl="8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27"/>
          <p:cNvSpPr txBox="1">
            <a:spLocks noGrp="1"/>
          </p:cNvSpPr>
          <p:nvPr>
            <p:ph type="body" idx="5"/>
          </p:nvPr>
        </p:nvSpPr>
        <p:spPr>
          <a:xfrm>
            <a:off x="571500" y="2477553"/>
            <a:ext cx="5899800" cy="22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50" tIns="34325" rIns="68650" bIns="34325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 sz="800" b="0" i="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b="0" i="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0" i="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b="0" i="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b="0" i="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6pPr>
            <a:lvl7pPr marL="3200400" lvl="6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8pPr>
            <a:lvl9pPr marL="4114800" lvl="8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27"/>
          <p:cNvSpPr txBox="1">
            <a:spLocks noGrp="1"/>
          </p:cNvSpPr>
          <p:nvPr>
            <p:ph type="body" idx="6"/>
          </p:nvPr>
        </p:nvSpPr>
        <p:spPr>
          <a:xfrm>
            <a:off x="571500" y="2916824"/>
            <a:ext cx="5899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50" tIns="34325" rIns="68650" bIns="34325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 sz="800" b="0" i="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b="0" i="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0" i="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b="0" i="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b="0" i="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6pPr>
            <a:lvl7pPr marL="3200400" lvl="6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8pPr>
            <a:lvl9pPr marL="4114800" lvl="8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27"/>
          <p:cNvSpPr txBox="1">
            <a:spLocks noGrp="1"/>
          </p:cNvSpPr>
          <p:nvPr>
            <p:ph type="body" idx="7"/>
          </p:nvPr>
        </p:nvSpPr>
        <p:spPr>
          <a:xfrm>
            <a:off x="571500" y="2069659"/>
            <a:ext cx="5899800" cy="16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50" tIns="34325" rIns="68650" bIns="34325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 sz="800" b="0" i="0">
                <a:solidFill>
                  <a:schemeClr val="accent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b="0" i="0"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b="0" i="0"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b="0" i="0"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b="0" i="0"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6pPr>
            <a:lvl7pPr marL="3200400" lvl="6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8pPr>
            <a:lvl9pPr marL="4114800" lvl="8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27"/>
          <p:cNvSpPr>
            <a:spLocks noGrp="1"/>
          </p:cNvSpPr>
          <p:nvPr>
            <p:ph type="pic" idx="8"/>
          </p:nvPr>
        </p:nvSpPr>
        <p:spPr>
          <a:xfrm>
            <a:off x="0" y="3397395"/>
            <a:ext cx="9141600" cy="17460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sp>
      <p:sp>
        <p:nvSpPr>
          <p:cNvPr id="142" name="Google Shape;142;p27"/>
          <p:cNvSpPr txBox="1">
            <a:spLocks noGrp="1"/>
          </p:cNvSpPr>
          <p:nvPr>
            <p:ph type="body" idx="9"/>
          </p:nvPr>
        </p:nvSpPr>
        <p:spPr>
          <a:xfrm>
            <a:off x="571535" y="2285058"/>
            <a:ext cx="5899800" cy="1899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68650" tIns="34325" rIns="68650" bIns="34325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 sz="600" b="1" i="0" cap="none">
                <a:solidFill>
                  <a:schemeClr val="lt1"/>
                </a:solidFill>
                <a:latin typeface="Vollkorn"/>
                <a:ea typeface="Vollkorn"/>
                <a:cs typeface="Vollkorn"/>
                <a:sym typeface="Vollkorn"/>
              </a:defRPr>
            </a:lvl1pPr>
            <a:lvl2pPr marL="914400" lvl="1" indent="-228600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6pPr>
            <a:lvl7pPr marL="3200400" lvl="6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8pPr>
            <a:lvl9pPr marL="4114800" lvl="8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>
            <a:spLocks noGrp="1"/>
          </p:cNvSpPr>
          <p:nvPr>
            <p:ph type="pic" idx="2"/>
          </p:nvPr>
        </p:nvSpPr>
        <p:spPr>
          <a:xfrm>
            <a:off x="0" y="465031"/>
            <a:ext cx="9144000" cy="2390700"/>
          </a:xfrm>
          <a:prstGeom prst="rect">
            <a:avLst/>
          </a:prstGeom>
          <a:noFill/>
          <a:ln>
            <a:noFill/>
          </a:ln>
        </p:spPr>
      </p:sp>
      <p:sp>
        <p:nvSpPr>
          <p:cNvPr id="145" name="Google Shape;145;p28"/>
          <p:cNvSpPr txBox="1">
            <a:spLocks noGrp="1"/>
          </p:cNvSpPr>
          <p:nvPr>
            <p:ph type="title"/>
          </p:nvPr>
        </p:nvSpPr>
        <p:spPr>
          <a:xfrm>
            <a:off x="629048" y="3044190"/>
            <a:ext cx="7885800" cy="1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50" tIns="34325" rIns="68650" bIns="343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2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8"/>
          <p:cNvSpPr txBox="1">
            <a:spLocks noGrp="1"/>
          </p:cNvSpPr>
          <p:nvPr>
            <p:ph type="body" idx="1"/>
          </p:nvPr>
        </p:nvSpPr>
        <p:spPr>
          <a:xfrm>
            <a:off x="629048" y="3293627"/>
            <a:ext cx="7885800" cy="9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50" tIns="34325" rIns="68650" bIns="34325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00"/>
              <a:buNone/>
              <a:defRPr sz="900" b="1" i="0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300"/>
              <a:buNone/>
              <a:defRPr sz="800"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 sz="800"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000"/>
              <a:buNone/>
              <a:defRPr sz="800"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900"/>
              <a:buNone/>
              <a:defRPr sz="800"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6pPr>
            <a:lvl7pPr marL="3200400" lvl="6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7pPr>
            <a:lvl8pPr marL="3657600" lvl="7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8pPr>
            <a:lvl9pPr marL="4114800" lvl="8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1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68650" tIns="34325" rIns="68650" bIns="343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3" name="Google Shape;153;p30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68650" tIns="34325" rIns="68650" bIns="343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54" name="Google Shape;154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0" y="0"/>
            <a:ext cx="914280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2"/>
          <p:cNvSpPr txBox="1">
            <a:spLocks noGrp="1"/>
          </p:cNvSpPr>
          <p:nvPr>
            <p:ph type="body" idx="1"/>
          </p:nvPr>
        </p:nvSpPr>
        <p:spPr>
          <a:xfrm>
            <a:off x="628651" y="1104833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50" tIns="34325" rIns="68650" bIns="34325" anchor="t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1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1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marR="0" lvl="5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845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  <a:defRPr sz="11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title"/>
          </p:nvPr>
        </p:nvSpPr>
        <p:spPr>
          <a:xfrm>
            <a:off x="629048" y="447868"/>
            <a:ext cx="7885800" cy="5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50" tIns="34325" rIns="68650" bIns="34325" anchor="ctr" anchorCtr="0">
            <a:norm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100" b="1" i="0" u="none" strike="noStrike" cap="none">
                <a:solidFill>
                  <a:schemeClr val="dk2"/>
                </a:solidFill>
                <a:latin typeface="Vollkorn ExtraBold"/>
                <a:ea typeface="Vollkorn ExtraBold"/>
                <a:cs typeface="Vollkorn ExtraBold"/>
                <a:sym typeface="Vollkorn ExtraBold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2" name="Google Shape;112;p22"/>
          <p:cNvPicPr preferRelativeResize="0"/>
          <p:nvPr/>
        </p:nvPicPr>
        <p:blipFill rotWithShape="1">
          <a:blip r:embed="rId9">
            <a:alphaModFix/>
          </a:blip>
          <a:srcRect t="17633" b="17203"/>
          <a:stretch/>
        </p:blipFill>
        <p:spPr>
          <a:xfrm>
            <a:off x="0" y="0"/>
            <a:ext cx="9144000" cy="44786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comments" Target="../comments/commen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32"/>
          <p:cNvPicPr preferRelativeResize="0"/>
          <p:nvPr/>
        </p:nvPicPr>
        <p:blipFill rotWithShape="1">
          <a:blip r:embed="rId3">
            <a:alphaModFix/>
          </a:blip>
          <a:srcRect t="4669" b="4660"/>
          <a:stretch/>
        </p:blipFill>
        <p:spPr>
          <a:xfrm>
            <a:off x="-9" y="3633693"/>
            <a:ext cx="1742498" cy="149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32"/>
          <p:cNvSpPr txBox="1"/>
          <p:nvPr/>
        </p:nvSpPr>
        <p:spPr>
          <a:xfrm>
            <a:off x="3420419" y="4750351"/>
            <a:ext cx="334200" cy="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275" tIns="15150" rIns="30275" bIns="15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 sz="500" b="1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fld>
            <a:endParaRPr sz="500" b="1" i="0" u="none" strike="noStrike" cap="none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8" name="Google Shape;168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456" y="490631"/>
            <a:ext cx="1117115" cy="1117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69517" y="4768147"/>
            <a:ext cx="2091806" cy="37939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2"/>
          <p:cNvSpPr/>
          <p:nvPr/>
        </p:nvSpPr>
        <p:spPr>
          <a:xfrm>
            <a:off x="3792244" y="500081"/>
            <a:ext cx="1314300" cy="567900"/>
          </a:xfrm>
          <a:prstGeom prst="roundRect">
            <a:avLst>
              <a:gd name="adj" fmla="val 50000"/>
            </a:avLst>
          </a:prstGeom>
          <a:solidFill>
            <a:srgbClr val="085631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800" b="1" i="0" u="none" strike="noStrike" cap="none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BOD</a:t>
            </a:r>
            <a:endParaRPr sz="1800" b="1" i="0" u="none" strike="noStrike" cap="none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171" name="Google Shape;171;p32"/>
          <p:cNvSpPr/>
          <p:nvPr/>
        </p:nvSpPr>
        <p:spPr>
          <a:xfrm>
            <a:off x="3761194" y="1239127"/>
            <a:ext cx="1376400" cy="567900"/>
          </a:xfrm>
          <a:prstGeom prst="roundRect">
            <a:avLst>
              <a:gd name="adj" fmla="val 50000"/>
            </a:avLst>
          </a:prstGeom>
          <a:solidFill>
            <a:srgbClr val="085631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500" b="1" i="0" u="none" strike="noStrike" cap="none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Director General</a:t>
            </a:r>
            <a:endParaRPr sz="1500" b="1" i="0" u="none" strike="noStrike" cap="none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172" name="Google Shape;172;p32"/>
          <p:cNvSpPr/>
          <p:nvPr/>
        </p:nvSpPr>
        <p:spPr>
          <a:xfrm>
            <a:off x="25643" y="2907596"/>
            <a:ext cx="702000" cy="567900"/>
          </a:xfrm>
          <a:prstGeom prst="roundRect">
            <a:avLst>
              <a:gd name="adj" fmla="val 50000"/>
            </a:avLst>
          </a:prstGeom>
          <a:solidFill>
            <a:srgbClr val="0B774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PS </a:t>
            </a:r>
            <a:endParaRPr sz="10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Princ. </a:t>
            </a:r>
            <a:endParaRPr sz="9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173" name="Google Shape;173;p32"/>
          <p:cNvSpPr/>
          <p:nvPr/>
        </p:nvSpPr>
        <p:spPr>
          <a:xfrm>
            <a:off x="796859" y="2905872"/>
            <a:ext cx="702000" cy="567900"/>
          </a:xfrm>
          <a:prstGeom prst="roundRect">
            <a:avLst>
              <a:gd name="adj" fmla="val 50000"/>
            </a:avLst>
          </a:prstGeom>
          <a:solidFill>
            <a:srgbClr val="0B774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b="0" i="0" u="none" strike="noStrike" cap="none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SS </a:t>
            </a:r>
            <a:endParaRPr sz="1000" b="0" i="0" u="none" strike="noStrike" cap="none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b="0" i="0" u="none" strike="noStrike" cap="none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Princ. </a:t>
            </a:r>
            <a:endParaRPr sz="1000" b="0" i="0" u="none" strike="noStrike" cap="none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174" name="Google Shape;174;p32"/>
          <p:cNvSpPr/>
          <p:nvPr/>
        </p:nvSpPr>
        <p:spPr>
          <a:xfrm>
            <a:off x="2410411" y="2897057"/>
            <a:ext cx="889800" cy="567900"/>
          </a:xfrm>
          <a:prstGeom prst="roundRect">
            <a:avLst>
              <a:gd name="adj" fmla="val 50000"/>
            </a:avLst>
          </a:prstGeom>
          <a:solidFill>
            <a:srgbClr val="0B774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ATHL</a:t>
            </a:r>
            <a:endParaRPr sz="12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Director</a:t>
            </a:r>
            <a:endParaRPr sz="12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175" name="Google Shape;175;p32"/>
          <p:cNvSpPr/>
          <p:nvPr/>
        </p:nvSpPr>
        <p:spPr>
          <a:xfrm>
            <a:off x="6471661" y="2937673"/>
            <a:ext cx="823500" cy="608700"/>
          </a:xfrm>
          <a:prstGeom prst="roundRect">
            <a:avLst>
              <a:gd name="adj" fmla="val 50000"/>
            </a:avLst>
          </a:prstGeom>
          <a:solidFill>
            <a:srgbClr val="0B774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DR (1)</a:t>
            </a:r>
            <a:endParaRPr sz="1000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Nurses (4)</a:t>
            </a:r>
            <a:endParaRPr sz="1000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cxnSp>
        <p:nvCxnSpPr>
          <p:cNvPr id="176" name="Google Shape;176;p32"/>
          <p:cNvCxnSpPr>
            <a:stCxn id="171" idx="0"/>
            <a:endCxn id="170" idx="2"/>
          </p:cNvCxnSpPr>
          <p:nvPr/>
        </p:nvCxnSpPr>
        <p:spPr>
          <a:xfrm rot="-5400000">
            <a:off x="4364194" y="1153327"/>
            <a:ext cx="171000" cy="600"/>
          </a:xfrm>
          <a:prstGeom prst="bentConnector3">
            <a:avLst>
              <a:gd name="adj1" fmla="val 4997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7" name="Google Shape;177;p32"/>
          <p:cNvCxnSpPr/>
          <p:nvPr/>
        </p:nvCxnSpPr>
        <p:spPr>
          <a:xfrm>
            <a:off x="4950552" y="3386153"/>
            <a:ext cx="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8" name="Google Shape;178;p32"/>
          <p:cNvCxnSpPr/>
          <p:nvPr/>
        </p:nvCxnSpPr>
        <p:spPr>
          <a:xfrm rot="-5400000" flipH="1">
            <a:off x="8704538" y="4381788"/>
            <a:ext cx="300" cy="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9" name="Google Shape;179;p32"/>
          <p:cNvSpPr/>
          <p:nvPr/>
        </p:nvSpPr>
        <p:spPr>
          <a:xfrm>
            <a:off x="3502804" y="2920103"/>
            <a:ext cx="823500" cy="567900"/>
          </a:xfrm>
          <a:prstGeom prst="roundRect">
            <a:avLst>
              <a:gd name="adj" fmla="val 50000"/>
            </a:avLst>
          </a:prstGeom>
          <a:solidFill>
            <a:srgbClr val="0B774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ITC Director</a:t>
            </a:r>
            <a:endParaRPr sz="10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180" name="Google Shape;180;p32"/>
          <p:cNvSpPr/>
          <p:nvPr/>
        </p:nvSpPr>
        <p:spPr>
          <a:xfrm>
            <a:off x="2443518" y="3678419"/>
            <a:ext cx="823500" cy="379500"/>
          </a:xfrm>
          <a:prstGeom prst="roundRect">
            <a:avLst>
              <a:gd name="adj" fmla="val 48063"/>
            </a:avLst>
          </a:prstGeom>
          <a:solidFill>
            <a:srgbClr val="0E945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Extracur</a:t>
            </a:r>
            <a:r>
              <a:rPr lang="en" sz="8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r/</a:t>
            </a:r>
            <a:endParaRPr sz="800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Admin Executive</a:t>
            </a:r>
            <a:endParaRPr sz="8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181" name="Google Shape;181;p32"/>
          <p:cNvSpPr/>
          <p:nvPr/>
        </p:nvSpPr>
        <p:spPr>
          <a:xfrm>
            <a:off x="1605892" y="3638410"/>
            <a:ext cx="702000" cy="379500"/>
          </a:xfrm>
          <a:prstGeom prst="roundRect">
            <a:avLst>
              <a:gd name="adj" fmla="val 50000"/>
            </a:avLst>
          </a:prstGeom>
          <a:solidFill>
            <a:srgbClr val="0E945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Library Staff (5)</a:t>
            </a:r>
            <a:endParaRPr sz="8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182" name="Google Shape;182;p32"/>
          <p:cNvSpPr/>
          <p:nvPr/>
        </p:nvSpPr>
        <p:spPr>
          <a:xfrm>
            <a:off x="3508161" y="4160589"/>
            <a:ext cx="777600" cy="379500"/>
          </a:xfrm>
          <a:prstGeom prst="roundRect">
            <a:avLst>
              <a:gd name="adj" fmla="val 50000"/>
            </a:avLst>
          </a:prstGeom>
          <a:solidFill>
            <a:srgbClr val="0E945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Records</a:t>
            </a:r>
            <a:endParaRPr sz="9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183" name="Google Shape;183;p32"/>
          <p:cNvSpPr/>
          <p:nvPr/>
        </p:nvSpPr>
        <p:spPr>
          <a:xfrm>
            <a:off x="3508170" y="3646563"/>
            <a:ext cx="777600" cy="379500"/>
          </a:xfrm>
          <a:prstGeom prst="roundRect">
            <a:avLst>
              <a:gd name="adj" fmla="val 50000"/>
            </a:avLst>
          </a:prstGeom>
          <a:solidFill>
            <a:srgbClr val="0E945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IT </a:t>
            </a:r>
            <a:r>
              <a:rPr lang="en" sz="8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Support</a:t>
            </a:r>
            <a:r>
              <a:rPr lang="en" sz="9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(7</a:t>
            </a:r>
            <a:r>
              <a:rPr lang="en" sz="9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)</a:t>
            </a:r>
            <a:endParaRPr sz="9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184" name="Google Shape;184;p32"/>
          <p:cNvSpPr txBox="1"/>
          <p:nvPr/>
        </p:nvSpPr>
        <p:spPr>
          <a:xfrm>
            <a:off x="-12" y="4674611"/>
            <a:ext cx="3742800" cy="4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50" tIns="68650" rIns="68650" bIns="686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1/ Refer to Assist. DG of Learning detailed Org Chart (page 2)</a:t>
            </a:r>
            <a:endParaRPr sz="1000" b="0" i="0" u="none" strike="noStrike" cap="none">
              <a:solidFill>
                <a:srgbClr val="000000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Vollkorn"/>
                <a:ea typeface="Vollkorn"/>
                <a:cs typeface="Vollkorn"/>
                <a:sym typeface="Vollkorn"/>
              </a:rPr>
              <a:t>2/ Refer to Business Director detailed Org Chart (page 3)</a:t>
            </a:r>
            <a:endParaRPr sz="1000" b="0" i="0" u="none" strike="noStrike" cap="none">
              <a:solidFill>
                <a:srgbClr val="000000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cxnSp>
        <p:nvCxnSpPr>
          <p:cNvPr id="185" name="Google Shape;185;p32"/>
          <p:cNvCxnSpPr>
            <a:cxnSpLocks/>
            <a:stCxn id="174" idx="2"/>
            <a:endCxn id="180" idx="0"/>
          </p:cNvCxnSpPr>
          <p:nvPr/>
        </p:nvCxnSpPr>
        <p:spPr>
          <a:xfrm rot="-5400000" flipH="1">
            <a:off x="2748811" y="3571457"/>
            <a:ext cx="213600" cy="600"/>
          </a:xfrm>
          <a:prstGeom prst="bentConnector3">
            <a:avLst>
              <a:gd name="adj1" fmla="val 49988"/>
            </a:avLst>
          </a:prstGeom>
          <a:noFill/>
          <a:ln w="19050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6" name="Google Shape;186;p32"/>
          <p:cNvSpPr/>
          <p:nvPr/>
        </p:nvSpPr>
        <p:spPr>
          <a:xfrm>
            <a:off x="1565815" y="2907592"/>
            <a:ext cx="777600" cy="567900"/>
          </a:xfrm>
          <a:prstGeom prst="roundRect">
            <a:avLst>
              <a:gd name="adj" fmla="val 50000"/>
            </a:avLst>
          </a:prstGeom>
          <a:solidFill>
            <a:srgbClr val="0B774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Library </a:t>
            </a:r>
            <a:endParaRPr sz="10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Head </a:t>
            </a:r>
            <a:endParaRPr sz="10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187" name="Google Shape;187;p32"/>
          <p:cNvSpPr/>
          <p:nvPr/>
        </p:nvSpPr>
        <p:spPr>
          <a:xfrm>
            <a:off x="7340982" y="2950314"/>
            <a:ext cx="680400" cy="526200"/>
          </a:xfrm>
          <a:prstGeom prst="roundRect">
            <a:avLst>
              <a:gd name="adj" fmla="val 50000"/>
            </a:avLst>
          </a:prstGeom>
          <a:solidFill>
            <a:srgbClr val="0B774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HR Dir</a:t>
            </a:r>
            <a:r>
              <a:rPr lang="en" sz="10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.</a:t>
            </a:r>
            <a:endParaRPr sz="10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188" name="Google Shape;188;p32"/>
          <p:cNvSpPr/>
          <p:nvPr/>
        </p:nvSpPr>
        <p:spPr>
          <a:xfrm>
            <a:off x="8090054" y="2920351"/>
            <a:ext cx="954300" cy="567900"/>
          </a:xfrm>
          <a:prstGeom prst="roundRect">
            <a:avLst>
              <a:gd name="adj" fmla="val 50000"/>
            </a:avLst>
          </a:prstGeom>
          <a:solidFill>
            <a:srgbClr val="0B774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3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BIZ</a:t>
            </a:r>
            <a:endParaRPr sz="1600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3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Director</a:t>
            </a:r>
            <a:endParaRPr sz="1300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189" name="Google Shape;189;p32"/>
          <p:cNvSpPr/>
          <p:nvPr/>
        </p:nvSpPr>
        <p:spPr>
          <a:xfrm>
            <a:off x="4402170" y="2920136"/>
            <a:ext cx="823500" cy="526200"/>
          </a:xfrm>
          <a:prstGeom prst="roundRect">
            <a:avLst>
              <a:gd name="adj" fmla="val 50000"/>
            </a:avLst>
          </a:prstGeom>
          <a:solidFill>
            <a:srgbClr val="0B774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ADMIS</a:t>
            </a:r>
            <a:r>
              <a:rPr lang="en" sz="11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 </a:t>
            </a:r>
            <a:r>
              <a:rPr lang="en" sz="10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Director</a:t>
            </a:r>
            <a:endParaRPr sz="10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190" name="Google Shape;190;p32"/>
          <p:cNvSpPr/>
          <p:nvPr/>
        </p:nvSpPr>
        <p:spPr>
          <a:xfrm>
            <a:off x="7330161" y="3648987"/>
            <a:ext cx="702000" cy="411000"/>
          </a:xfrm>
          <a:prstGeom prst="roundRect">
            <a:avLst>
              <a:gd name="adj" fmla="val 50000"/>
            </a:avLst>
          </a:prstGeom>
          <a:solidFill>
            <a:srgbClr val="0E945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HR Spclst</a:t>
            </a:r>
            <a:endParaRPr sz="10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192" name="Google Shape;192;p32"/>
          <p:cNvSpPr/>
          <p:nvPr/>
        </p:nvSpPr>
        <p:spPr>
          <a:xfrm>
            <a:off x="5431214" y="2920103"/>
            <a:ext cx="954300" cy="567900"/>
          </a:xfrm>
          <a:prstGeom prst="roundRect">
            <a:avLst>
              <a:gd name="adj" fmla="val 50000"/>
            </a:avLst>
          </a:prstGeom>
          <a:solidFill>
            <a:srgbClr val="FF8300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Marketing</a:t>
            </a:r>
            <a:endParaRPr sz="8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194" name="Google Shape;194;p32"/>
          <p:cNvSpPr/>
          <p:nvPr/>
        </p:nvSpPr>
        <p:spPr>
          <a:xfrm>
            <a:off x="6612054" y="1120202"/>
            <a:ext cx="1702800" cy="8058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u="sng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Compliance  (3)</a:t>
            </a:r>
            <a:endParaRPr sz="1000" u="sng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100" b="1" dirty="0">
                <a:solidFill>
                  <a:schemeClr val="lt1"/>
                </a:solidFill>
                <a:latin typeface="Vollkorn"/>
                <a:ea typeface="Vollkorn"/>
                <a:cs typeface="Vollkorn"/>
                <a:sym typeface="Vollkorn"/>
              </a:rPr>
              <a:t>-MINED Liaison</a:t>
            </a:r>
            <a:endParaRPr sz="1100" b="1" dirty="0">
              <a:solidFill>
                <a:schemeClr val="lt1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dirty="0">
                <a:solidFill>
                  <a:schemeClr val="lt1"/>
                </a:solidFill>
                <a:latin typeface="Vollkorn"/>
                <a:ea typeface="Vollkorn"/>
                <a:cs typeface="Vollkorn"/>
                <a:sym typeface="Vollkorn"/>
              </a:rPr>
              <a:t>-Dean Discipline</a:t>
            </a:r>
            <a:endParaRPr sz="1000" dirty="0">
              <a:solidFill>
                <a:schemeClr val="lt1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dirty="0">
                <a:solidFill>
                  <a:schemeClr val="lt1"/>
                </a:solidFill>
                <a:latin typeface="Vollkorn"/>
                <a:ea typeface="Vollkorn"/>
                <a:cs typeface="Vollkorn"/>
                <a:sym typeface="Vollkorn"/>
              </a:rPr>
              <a:t>-Child Protection Lead</a:t>
            </a:r>
            <a:endParaRPr sz="1000" dirty="0">
              <a:solidFill>
                <a:schemeClr val="lt1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100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195" name="Google Shape;195;p32"/>
          <p:cNvSpPr/>
          <p:nvPr/>
        </p:nvSpPr>
        <p:spPr>
          <a:xfrm>
            <a:off x="5471625" y="3633700"/>
            <a:ext cx="1080000" cy="599100"/>
          </a:xfrm>
          <a:prstGeom prst="roundRect">
            <a:avLst>
              <a:gd name="adj" fmla="val 50000"/>
            </a:avLst>
          </a:prstGeom>
          <a:solidFill>
            <a:srgbClr val="0E945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700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Comms (1)</a:t>
            </a:r>
            <a:endParaRPr sz="800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Events Planning / Logistics (3)</a:t>
            </a:r>
            <a:endParaRPr sz="800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Digital media (1) Photographer (1)</a:t>
            </a:r>
            <a:endParaRPr sz="800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1000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cxnSp>
        <p:nvCxnSpPr>
          <p:cNvPr id="196" name="Google Shape;196;p32"/>
          <p:cNvCxnSpPr>
            <a:stCxn id="171" idx="3"/>
            <a:endCxn id="194" idx="1"/>
          </p:cNvCxnSpPr>
          <p:nvPr/>
        </p:nvCxnSpPr>
        <p:spPr>
          <a:xfrm>
            <a:off x="5137594" y="1523077"/>
            <a:ext cx="1474500" cy="6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9" name="Google Shape;199;p32"/>
          <p:cNvSpPr/>
          <p:nvPr/>
        </p:nvSpPr>
        <p:spPr>
          <a:xfrm>
            <a:off x="5498946" y="4316559"/>
            <a:ext cx="1049700" cy="4518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Alumni Engagement/ Institutional Development</a:t>
            </a:r>
            <a:endParaRPr sz="800" i="0" u="none" strike="noStrike" cap="none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cxnSp>
        <p:nvCxnSpPr>
          <p:cNvPr id="200" name="Google Shape;200;p32"/>
          <p:cNvCxnSpPr>
            <a:cxnSpLocks/>
            <a:stCxn id="172" idx="0"/>
          </p:cNvCxnSpPr>
          <p:nvPr/>
        </p:nvCxnSpPr>
        <p:spPr>
          <a:xfrm rot="5400000" flipH="1" flipV="1">
            <a:off x="1256328" y="1753513"/>
            <a:ext cx="274399" cy="2033768"/>
          </a:xfrm>
          <a:prstGeom prst="bentConnector2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1" name="Google Shape;201;p32"/>
          <p:cNvSpPr txBox="1"/>
          <p:nvPr/>
        </p:nvSpPr>
        <p:spPr>
          <a:xfrm>
            <a:off x="3907001" y="4788662"/>
            <a:ext cx="20712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50" tIns="68650" rIns="68650" bIns="6865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Vollkorn"/>
                <a:ea typeface="Vollkorn"/>
                <a:cs typeface="Vollkorn"/>
                <a:sym typeface="Vollkorn"/>
              </a:rPr>
              <a:t>Draft Revisions March 2025</a:t>
            </a:r>
            <a:endParaRPr sz="1000" b="0" i="0" u="none" strike="noStrike" cap="none">
              <a:solidFill>
                <a:schemeClr val="dk1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02" name="Google Shape;202;p32"/>
          <p:cNvSpPr/>
          <p:nvPr/>
        </p:nvSpPr>
        <p:spPr>
          <a:xfrm>
            <a:off x="4453669" y="3675193"/>
            <a:ext cx="730800" cy="3795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Admiss Asst.</a:t>
            </a:r>
            <a:endParaRPr sz="9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cxnSp>
        <p:nvCxnSpPr>
          <p:cNvPr id="203" name="Google Shape;203;p32"/>
          <p:cNvCxnSpPr/>
          <p:nvPr/>
        </p:nvCxnSpPr>
        <p:spPr>
          <a:xfrm>
            <a:off x="4690963" y="3853219"/>
            <a:ext cx="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6" name="Google Shape;206;p32"/>
          <p:cNvCxnSpPr>
            <a:stCxn id="186" idx="0"/>
            <a:endCxn id="171" idx="2"/>
          </p:cNvCxnSpPr>
          <p:nvPr/>
        </p:nvCxnSpPr>
        <p:spPr>
          <a:xfrm rot="-5400000">
            <a:off x="2651665" y="1109842"/>
            <a:ext cx="1100700" cy="2494800"/>
          </a:xfrm>
          <a:prstGeom prst="bentConnector3">
            <a:avLst>
              <a:gd name="adj1" fmla="val 25936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7" name="Google Shape;207;p32"/>
          <p:cNvCxnSpPr>
            <a:stCxn id="179" idx="0"/>
            <a:endCxn id="171" idx="2"/>
          </p:cNvCxnSpPr>
          <p:nvPr/>
        </p:nvCxnSpPr>
        <p:spPr>
          <a:xfrm rot="-5400000">
            <a:off x="3625504" y="2096153"/>
            <a:ext cx="1113000" cy="534900"/>
          </a:xfrm>
          <a:prstGeom prst="bentConnector3">
            <a:avLst>
              <a:gd name="adj1" fmla="val 26769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8" name="Google Shape;208;p32"/>
          <p:cNvCxnSpPr>
            <a:stCxn id="189" idx="0"/>
            <a:endCxn id="171" idx="2"/>
          </p:cNvCxnSpPr>
          <p:nvPr/>
        </p:nvCxnSpPr>
        <p:spPr>
          <a:xfrm rot="5400000" flipH="1">
            <a:off x="4075170" y="2181386"/>
            <a:ext cx="1113000" cy="364500"/>
          </a:xfrm>
          <a:prstGeom prst="bentConnector3">
            <a:avLst>
              <a:gd name="adj1" fmla="val 26772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9" name="Google Shape;209;p32"/>
          <p:cNvCxnSpPr>
            <a:stCxn id="171" idx="2"/>
            <a:endCxn id="192" idx="0"/>
          </p:cNvCxnSpPr>
          <p:nvPr/>
        </p:nvCxnSpPr>
        <p:spPr>
          <a:xfrm rot="-5400000" flipH="1">
            <a:off x="4622344" y="1634077"/>
            <a:ext cx="1113000" cy="1458900"/>
          </a:xfrm>
          <a:prstGeom prst="bentConnector3">
            <a:avLst>
              <a:gd name="adj1" fmla="val 73234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0" name="Google Shape;210;p32"/>
          <p:cNvCxnSpPr>
            <a:stCxn id="175" idx="0"/>
            <a:endCxn id="171" idx="2"/>
          </p:cNvCxnSpPr>
          <p:nvPr/>
        </p:nvCxnSpPr>
        <p:spPr>
          <a:xfrm rot="5400000" flipH="1">
            <a:off x="5101111" y="1155373"/>
            <a:ext cx="1130700" cy="2433900"/>
          </a:xfrm>
          <a:prstGeom prst="bentConnector3">
            <a:avLst>
              <a:gd name="adj1" fmla="val 27905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1" name="Google Shape;211;p32"/>
          <p:cNvCxnSpPr>
            <a:stCxn id="171" idx="2"/>
            <a:endCxn id="187" idx="0"/>
          </p:cNvCxnSpPr>
          <p:nvPr/>
        </p:nvCxnSpPr>
        <p:spPr>
          <a:xfrm rot="-5400000" flipH="1">
            <a:off x="5493694" y="762727"/>
            <a:ext cx="1143300" cy="3231900"/>
          </a:xfrm>
          <a:prstGeom prst="bentConnector3">
            <a:avLst>
              <a:gd name="adj1" fmla="val 713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2" name="Google Shape;212;p32"/>
          <p:cNvCxnSpPr>
            <a:stCxn id="171" idx="2"/>
            <a:endCxn id="188" idx="0"/>
          </p:cNvCxnSpPr>
          <p:nvPr/>
        </p:nvCxnSpPr>
        <p:spPr>
          <a:xfrm rot="-5400000" flipH="1">
            <a:off x="5951644" y="304777"/>
            <a:ext cx="1113300" cy="4117800"/>
          </a:xfrm>
          <a:prstGeom prst="bentConnector3">
            <a:avLst>
              <a:gd name="adj1" fmla="val 7322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32"/>
          <p:cNvCxnSpPr>
            <a:stCxn id="186" idx="2"/>
            <a:endCxn id="181" idx="0"/>
          </p:cNvCxnSpPr>
          <p:nvPr/>
        </p:nvCxnSpPr>
        <p:spPr>
          <a:xfrm>
            <a:off x="1954615" y="3475492"/>
            <a:ext cx="2400" cy="162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4" name="Google Shape;214;p32"/>
          <p:cNvCxnSpPr>
            <a:stCxn id="187" idx="2"/>
            <a:endCxn id="190" idx="0"/>
          </p:cNvCxnSpPr>
          <p:nvPr/>
        </p:nvCxnSpPr>
        <p:spPr>
          <a:xfrm>
            <a:off x="7681182" y="3476514"/>
            <a:ext cx="0" cy="172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5" name="Google Shape;215;p32"/>
          <p:cNvCxnSpPr>
            <a:stCxn id="174" idx="0"/>
            <a:endCxn id="171" idx="2"/>
          </p:cNvCxnSpPr>
          <p:nvPr/>
        </p:nvCxnSpPr>
        <p:spPr>
          <a:xfrm rot="-5400000">
            <a:off x="3107461" y="1555007"/>
            <a:ext cx="1089900" cy="1594200"/>
          </a:xfrm>
          <a:prstGeom prst="bentConnector3">
            <a:avLst>
              <a:gd name="adj1" fmla="val 2522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6" name="Google Shape;216;p32"/>
          <p:cNvCxnSpPr>
            <a:stCxn id="192" idx="1"/>
            <a:endCxn id="195" idx="1"/>
          </p:cNvCxnSpPr>
          <p:nvPr/>
        </p:nvCxnSpPr>
        <p:spPr>
          <a:xfrm>
            <a:off x="5431214" y="3204053"/>
            <a:ext cx="40500" cy="729300"/>
          </a:xfrm>
          <a:prstGeom prst="bentConnector3">
            <a:avLst>
              <a:gd name="adj1" fmla="val -419974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7" name="Google Shape;217;p32"/>
          <p:cNvCxnSpPr>
            <a:stCxn id="192" idx="1"/>
            <a:endCxn id="199" idx="1"/>
          </p:cNvCxnSpPr>
          <p:nvPr/>
        </p:nvCxnSpPr>
        <p:spPr>
          <a:xfrm>
            <a:off x="5431214" y="3204053"/>
            <a:ext cx="67800" cy="1338300"/>
          </a:xfrm>
          <a:prstGeom prst="bentConnector3">
            <a:avLst>
              <a:gd name="adj1" fmla="val -25118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8" name="Google Shape;218;p32"/>
          <p:cNvCxnSpPr>
            <a:stCxn id="179" idx="1"/>
            <a:endCxn id="183" idx="1"/>
          </p:cNvCxnSpPr>
          <p:nvPr/>
        </p:nvCxnSpPr>
        <p:spPr>
          <a:xfrm>
            <a:off x="3502804" y="3204053"/>
            <a:ext cx="5400" cy="632400"/>
          </a:xfrm>
          <a:prstGeom prst="bentConnector3">
            <a:avLst>
              <a:gd name="adj1" fmla="val -3175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9" name="Google Shape;219;p32"/>
          <p:cNvCxnSpPr>
            <a:stCxn id="179" idx="1"/>
            <a:endCxn id="182" idx="1"/>
          </p:cNvCxnSpPr>
          <p:nvPr/>
        </p:nvCxnSpPr>
        <p:spPr>
          <a:xfrm>
            <a:off x="3502804" y="3204053"/>
            <a:ext cx="5400" cy="1146300"/>
          </a:xfrm>
          <a:prstGeom prst="bentConnector3">
            <a:avLst>
              <a:gd name="adj1" fmla="val -3175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0" name="Google Shape;220;p32"/>
          <p:cNvCxnSpPr>
            <a:stCxn id="189" idx="2"/>
            <a:endCxn id="202" idx="0"/>
          </p:cNvCxnSpPr>
          <p:nvPr/>
        </p:nvCxnSpPr>
        <p:spPr>
          <a:xfrm>
            <a:off x="4813920" y="3446336"/>
            <a:ext cx="5100" cy="228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Google Shape;180;p32">
            <a:extLst>
              <a:ext uri="{FF2B5EF4-FFF2-40B4-BE49-F238E27FC236}">
                <a16:creationId xmlns:a16="http://schemas.microsoft.com/office/drawing/2014/main" id="{8EE1CC31-F641-8278-DB37-F2DA1C49968F}"/>
              </a:ext>
            </a:extLst>
          </p:cNvPr>
          <p:cNvSpPr/>
          <p:nvPr/>
        </p:nvSpPr>
        <p:spPr>
          <a:xfrm>
            <a:off x="2385467" y="4103209"/>
            <a:ext cx="823500" cy="379500"/>
          </a:xfrm>
          <a:prstGeom prst="roundRect">
            <a:avLst>
              <a:gd name="adj" fmla="val 48063"/>
            </a:avLst>
          </a:prstGeom>
          <a:solidFill>
            <a:srgbClr val="0E945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-NI" sz="8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PE/</a:t>
            </a:r>
            <a:r>
              <a:rPr lang="es-NI" sz="800" b="0" i="0" u="none" strike="noStrike" cap="none" dirty="0" err="1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faculty</a:t>
            </a:r>
            <a:endParaRPr lang="es-NI" sz="8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cxnSp>
        <p:nvCxnSpPr>
          <p:cNvPr id="8" name="Google Shape;196;p32">
            <a:extLst>
              <a:ext uri="{FF2B5EF4-FFF2-40B4-BE49-F238E27FC236}">
                <a16:creationId xmlns:a16="http://schemas.microsoft.com/office/drawing/2014/main" id="{7A29D43E-A9A2-E628-3FF4-B732CB87CB09}"/>
              </a:ext>
            </a:extLst>
          </p:cNvPr>
          <p:cNvCxnSpPr>
            <a:cxnSpLocks/>
            <a:stCxn id="173" idx="0"/>
          </p:cNvCxnSpPr>
          <p:nvPr/>
        </p:nvCxnSpPr>
        <p:spPr>
          <a:xfrm rot="16200000" flipV="1">
            <a:off x="1007280" y="2765293"/>
            <a:ext cx="272693" cy="8466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72;p32">
            <a:extLst>
              <a:ext uri="{FF2B5EF4-FFF2-40B4-BE49-F238E27FC236}">
                <a16:creationId xmlns:a16="http://schemas.microsoft.com/office/drawing/2014/main" id="{CC4094A3-0254-B24B-143A-13CBAE914683}"/>
              </a:ext>
            </a:extLst>
          </p:cNvPr>
          <p:cNvSpPr/>
          <p:nvPr/>
        </p:nvSpPr>
        <p:spPr>
          <a:xfrm>
            <a:off x="25643" y="3610175"/>
            <a:ext cx="702000" cy="567900"/>
          </a:xfrm>
          <a:prstGeom prst="roundRect">
            <a:avLst>
              <a:gd name="adj" fmla="val 50000"/>
            </a:avLst>
          </a:prstGeom>
          <a:solidFill>
            <a:srgbClr val="0B774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algn="ctr">
              <a:buSzPts val="800"/>
            </a:pPr>
            <a:r>
              <a:rPr lang="es-NI" sz="9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STAFF</a:t>
            </a:r>
            <a:endParaRPr sz="9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12" name="Google Shape;172;p32">
            <a:extLst>
              <a:ext uri="{FF2B5EF4-FFF2-40B4-BE49-F238E27FC236}">
                <a16:creationId xmlns:a16="http://schemas.microsoft.com/office/drawing/2014/main" id="{89DF4DD8-487B-572A-559E-D02B27C840D8}"/>
              </a:ext>
            </a:extLst>
          </p:cNvPr>
          <p:cNvSpPr/>
          <p:nvPr/>
        </p:nvSpPr>
        <p:spPr>
          <a:xfrm>
            <a:off x="782160" y="3639093"/>
            <a:ext cx="702000" cy="567900"/>
          </a:xfrm>
          <a:prstGeom prst="roundRect">
            <a:avLst>
              <a:gd name="adj" fmla="val 50000"/>
            </a:avLst>
          </a:prstGeom>
          <a:solidFill>
            <a:srgbClr val="0B774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algn="ctr">
              <a:buSzPts val="800"/>
            </a:pPr>
            <a:r>
              <a:rPr lang="es-NI" sz="9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STAFF</a:t>
            </a:r>
            <a:endParaRPr sz="9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3"/>
          <p:cNvPicPr preferRelativeResize="0"/>
          <p:nvPr/>
        </p:nvPicPr>
        <p:blipFill rotWithShape="1">
          <a:blip r:embed="rId3">
            <a:alphaModFix/>
          </a:blip>
          <a:srcRect t="2296" b="28336"/>
          <a:stretch/>
        </p:blipFill>
        <p:spPr>
          <a:xfrm>
            <a:off x="3227488" y="4202236"/>
            <a:ext cx="5916512" cy="987823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ot"/>
            <a:round/>
            <a:headEnd type="none" w="sm" len="sm"/>
            <a:tailEnd type="none" w="sm" len="sm"/>
          </a:ln>
        </p:spPr>
      </p:pic>
      <p:sp>
        <p:nvSpPr>
          <p:cNvPr id="226" name="Google Shape;226;p33"/>
          <p:cNvSpPr txBox="1"/>
          <p:nvPr/>
        </p:nvSpPr>
        <p:spPr>
          <a:xfrm>
            <a:off x="3420419" y="4978951"/>
            <a:ext cx="334200" cy="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0275" tIns="15150" rIns="30275" bIns="151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fld id="{00000000-1234-1234-1234-123412341234}" type="slidenum">
              <a:rPr lang="en" sz="500" b="1" i="0" u="none" strike="noStrike" cap="non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fld>
            <a:endParaRPr sz="500" b="1" i="0" u="none" strike="noStrike" cap="non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33"/>
          <p:cNvSpPr/>
          <p:nvPr/>
        </p:nvSpPr>
        <p:spPr>
          <a:xfrm>
            <a:off x="3548325" y="502294"/>
            <a:ext cx="1374300" cy="369600"/>
          </a:xfrm>
          <a:prstGeom prst="roundRect">
            <a:avLst>
              <a:gd name="adj" fmla="val 50000"/>
            </a:avLst>
          </a:prstGeom>
          <a:solidFill>
            <a:srgbClr val="085631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800" b="1" i="0" u="none" strike="noStrike" cap="none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BOD</a:t>
            </a:r>
            <a:endParaRPr sz="1800" b="1" i="0" u="none" strike="noStrike" cap="none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28" name="Google Shape;228;p33"/>
          <p:cNvSpPr/>
          <p:nvPr/>
        </p:nvSpPr>
        <p:spPr>
          <a:xfrm>
            <a:off x="3527630" y="1112423"/>
            <a:ext cx="1415700" cy="525600"/>
          </a:xfrm>
          <a:prstGeom prst="roundRect">
            <a:avLst>
              <a:gd name="adj" fmla="val 50000"/>
            </a:avLst>
          </a:prstGeom>
          <a:solidFill>
            <a:srgbClr val="085631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5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Director General</a:t>
            </a:r>
            <a:endParaRPr sz="15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29" name="Google Shape;229;p33"/>
          <p:cNvSpPr/>
          <p:nvPr/>
        </p:nvSpPr>
        <p:spPr>
          <a:xfrm>
            <a:off x="366089" y="2162449"/>
            <a:ext cx="1447200" cy="567900"/>
          </a:xfrm>
          <a:prstGeom prst="roundRect">
            <a:avLst>
              <a:gd name="adj" fmla="val 50000"/>
            </a:avLst>
          </a:prstGeom>
          <a:solidFill>
            <a:srgbClr val="0B774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Primary School </a:t>
            </a:r>
            <a:endParaRPr sz="10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Principal &amp; Lead</a:t>
            </a:r>
            <a:r>
              <a:rPr lang="en" sz="10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 (2)</a:t>
            </a:r>
            <a:endParaRPr sz="10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30" name="Google Shape;230;p33"/>
          <p:cNvSpPr/>
          <p:nvPr/>
        </p:nvSpPr>
        <p:spPr>
          <a:xfrm>
            <a:off x="7158214" y="2189531"/>
            <a:ext cx="1324800" cy="567900"/>
          </a:xfrm>
          <a:prstGeom prst="roundRect">
            <a:avLst>
              <a:gd name="adj" fmla="val 50000"/>
            </a:avLst>
          </a:prstGeom>
          <a:solidFill>
            <a:srgbClr val="0B774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Secondary </a:t>
            </a:r>
            <a:endParaRPr sz="100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Principal </a:t>
            </a:r>
            <a:r>
              <a:rPr lang="en" sz="10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&amp; AP (2)</a:t>
            </a:r>
            <a:endParaRPr sz="100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cxnSp>
        <p:nvCxnSpPr>
          <p:cNvPr id="231" name="Google Shape;231;p33"/>
          <p:cNvCxnSpPr/>
          <p:nvPr/>
        </p:nvCxnSpPr>
        <p:spPr>
          <a:xfrm>
            <a:off x="4956757" y="2757528"/>
            <a:ext cx="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2" name="Google Shape;232;p33"/>
          <p:cNvCxnSpPr/>
          <p:nvPr/>
        </p:nvCxnSpPr>
        <p:spPr>
          <a:xfrm rot="-5400000" flipH="1">
            <a:off x="8325945" y="3932248"/>
            <a:ext cx="600" cy="3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3" name="Google Shape;233;p33"/>
          <p:cNvSpPr/>
          <p:nvPr/>
        </p:nvSpPr>
        <p:spPr>
          <a:xfrm>
            <a:off x="71732" y="3345551"/>
            <a:ext cx="823800" cy="397500"/>
          </a:xfrm>
          <a:prstGeom prst="roundRect">
            <a:avLst>
              <a:gd name="adj" fmla="val 50000"/>
            </a:avLst>
          </a:prstGeom>
          <a:solidFill>
            <a:srgbClr val="0E945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b="0" i="0" u="none" strike="noStrike" cap="none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Counselo</a:t>
            </a:r>
            <a:r>
              <a:rPr lang="en" sz="800" b="0" i="0" u="none" strike="noStrike" cap="none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rs</a:t>
            </a:r>
            <a:r>
              <a:rPr lang="en" sz="80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(2)</a:t>
            </a:r>
            <a:endParaRPr sz="80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34" name="Google Shape;234;p33"/>
          <p:cNvSpPr/>
          <p:nvPr/>
        </p:nvSpPr>
        <p:spPr>
          <a:xfrm>
            <a:off x="7721425" y="3306938"/>
            <a:ext cx="1477043" cy="525600"/>
          </a:xfrm>
          <a:prstGeom prst="roundRect">
            <a:avLst>
              <a:gd name="adj" fmla="val 50000"/>
            </a:avLst>
          </a:prstGeom>
          <a:solidFill>
            <a:srgbClr val="0E945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FFFFFF"/>
                </a:solidFill>
                <a:highlight>
                  <a:schemeClr val="accent3"/>
                </a:highlight>
                <a:latin typeface="Vollkorn"/>
                <a:ea typeface="Vollkorn"/>
                <a:cs typeface="Vollkorn"/>
                <a:sym typeface="Vollkorn"/>
              </a:rPr>
              <a:t>Secondary Faculty (43)</a:t>
            </a:r>
            <a:endParaRPr sz="900" dirty="0">
              <a:solidFill>
                <a:srgbClr val="FFFFFF"/>
              </a:solidFill>
              <a:highlight>
                <a:schemeClr val="accent3"/>
              </a:highlight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FFFFFF"/>
                </a:solidFill>
                <a:highlight>
                  <a:schemeClr val="accent3"/>
                </a:highlight>
                <a:latin typeface="Vollkorn"/>
                <a:ea typeface="Vollkorn"/>
                <a:cs typeface="Vollkorn"/>
                <a:sym typeface="Vollkorn"/>
              </a:rPr>
              <a:t>SL (2)</a:t>
            </a:r>
            <a:endParaRPr sz="900" dirty="0">
              <a:solidFill>
                <a:srgbClr val="FFFFFF"/>
              </a:solidFill>
              <a:highlight>
                <a:schemeClr val="accent3"/>
              </a:highlight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FFFFFF"/>
                </a:solidFill>
                <a:highlight>
                  <a:schemeClr val="accent3"/>
                </a:highlight>
                <a:latin typeface="Vollkorn"/>
                <a:ea typeface="Vollkorn"/>
                <a:cs typeface="Vollkorn"/>
                <a:sym typeface="Vollkorn"/>
              </a:rPr>
              <a:t> Sec (3)</a:t>
            </a:r>
            <a:endParaRPr sz="900" dirty="0">
              <a:solidFill>
                <a:srgbClr val="FFFFFF"/>
              </a:solidFill>
              <a:highlight>
                <a:schemeClr val="accent3"/>
              </a:highlight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35" name="Google Shape;235;p33"/>
          <p:cNvSpPr/>
          <p:nvPr/>
        </p:nvSpPr>
        <p:spPr>
          <a:xfrm>
            <a:off x="895525" y="3293403"/>
            <a:ext cx="1298400" cy="987900"/>
          </a:xfrm>
          <a:prstGeom prst="roundRect">
            <a:avLst>
              <a:gd name="adj" fmla="val 50000"/>
            </a:avLst>
          </a:prstGeom>
          <a:solidFill>
            <a:srgbClr val="0E945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FFFFFF"/>
                </a:solidFill>
                <a:highlight>
                  <a:schemeClr val="accent1"/>
                </a:highlight>
                <a:latin typeface="Vollkorn"/>
                <a:ea typeface="Vollkorn"/>
                <a:cs typeface="Vollkorn"/>
                <a:sym typeface="Vollkorn"/>
              </a:rPr>
              <a:t>Faculty(36) </a:t>
            </a:r>
            <a:endParaRPr sz="900" dirty="0">
              <a:solidFill>
                <a:srgbClr val="FFFFFF"/>
              </a:solidFill>
              <a:highlight>
                <a:schemeClr val="accent1"/>
              </a:highlight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FFFFFF"/>
                </a:solidFill>
                <a:highlight>
                  <a:schemeClr val="accent1"/>
                </a:highlight>
                <a:latin typeface="Vollkorn"/>
                <a:ea typeface="Vollkorn"/>
                <a:cs typeface="Vollkorn"/>
                <a:sym typeface="Vollkorn"/>
              </a:rPr>
              <a:t>Staff (27)</a:t>
            </a:r>
            <a:endParaRPr sz="900" dirty="0">
              <a:solidFill>
                <a:srgbClr val="FFFFFF"/>
              </a:solidFill>
              <a:highlight>
                <a:schemeClr val="accent1"/>
              </a:highlight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FFFFFF"/>
                </a:solidFill>
                <a:highlight>
                  <a:schemeClr val="accent1"/>
                </a:highlight>
                <a:latin typeface="Vollkorn"/>
                <a:ea typeface="Vollkorn"/>
                <a:cs typeface="Vollkorn"/>
                <a:sym typeface="Vollkorn"/>
              </a:rPr>
              <a:t>SL (4)</a:t>
            </a:r>
            <a:endParaRPr sz="900" dirty="0">
              <a:solidFill>
                <a:srgbClr val="FFFFFF"/>
              </a:solidFill>
              <a:highlight>
                <a:srgbClr val="FFFF00"/>
              </a:highlight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37" name="Google Shape;237;p33"/>
          <p:cNvSpPr/>
          <p:nvPr/>
        </p:nvSpPr>
        <p:spPr>
          <a:xfrm>
            <a:off x="3690826" y="3508535"/>
            <a:ext cx="894900" cy="476400"/>
          </a:xfrm>
          <a:prstGeom prst="roundRect">
            <a:avLst>
              <a:gd name="adj" fmla="val 47322"/>
            </a:avLst>
          </a:prstGeom>
          <a:solidFill>
            <a:srgbClr val="0E945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Specialized Learning(8) </a:t>
            </a:r>
            <a:endParaRPr sz="9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38" name="Google Shape;238;p33"/>
          <p:cNvSpPr/>
          <p:nvPr/>
        </p:nvSpPr>
        <p:spPr>
          <a:xfrm>
            <a:off x="2206625" y="3508449"/>
            <a:ext cx="1492368" cy="1062001"/>
          </a:xfrm>
          <a:prstGeom prst="roundRect">
            <a:avLst>
              <a:gd name="adj" fmla="val 50000"/>
            </a:avLst>
          </a:prstGeom>
          <a:solidFill>
            <a:srgbClr val="0E945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Curriculum Leads/Coord.</a:t>
            </a:r>
            <a:endParaRPr sz="900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Literacy (1)</a:t>
            </a:r>
            <a:endParaRPr sz="900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Science  (1)</a:t>
            </a:r>
            <a:endParaRPr sz="900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Math (1)</a:t>
            </a:r>
            <a:endParaRPr sz="900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Language Prog. (1)</a:t>
            </a:r>
            <a:endParaRPr sz="900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cxnSp>
        <p:nvCxnSpPr>
          <p:cNvPr id="240" name="Google Shape;240;p33"/>
          <p:cNvCxnSpPr>
            <a:stCxn id="227" idx="2"/>
            <a:endCxn id="228" idx="0"/>
          </p:cNvCxnSpPr>
          <p:nvPr/>
        </p:nvCxnSpPr>
        <p:spPr>
          <a:xfrm>
            <a:off x="4235475" y="871894"/>
            <a:ext cx="0" cy="240600"/>
          </a:xfrm>
          <a:prstGeom prst="straightConnector1">
            <a:avLst/>
          </a:prstGeom>
          <a:noFill/>
          <a:ln w="19050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1" name="Google Shape;241;p33"/>
          <p:cNvCxnSpPr>
            <a:cxnSpLocks/>
            <a:stCxn id="228" idx="2"/>
          </p:cNvCxnSpPr>
          <p:nvPr/>
        </p:nvCxnSpPr>
        <p:spPr>
          <a:xfrm rot="5400000">
            <a:off x="4154294" y="1718905"/>
            <a:ext cx="162068" cy="305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2" name="Google Shape;242;p33"/>
          <p:cNvCxnSpPr>
            <a:stCxn id="233" idx="0"/>
            <a:endCxn id="229" idx="2"/>
          </p:cNvCxnSpPr>
          <p:nvPr/>
        </p:nvCxnSpPr>
        <p:spPr>
          <a:xfrm rot="-5400000">
            <a:off x="478982" y="2734901"/>
            <a:ext cx="615300" cy="606000"/>
          </a:xfrm>
          <a:prstGeom prst="bentConnector3">
            <a:avLst>
              <a:gd name="adj1" fmla="val 50656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5" name="Google Shape;245;p33"/>
          <p:cNvCxnSpPr>
            <a:cxnSpLocks/>
            <a:stCxn id="246" idx="0"/>
          </p:cNvCxnSpPr>
          <p:nvPr/>
        </p:nvCxnSpPr>
        <p:spPr>
          <a:xfrm rot="16200000" flipV="1">
            <a:off x="4104592" y="2498574"/>
            <a:ext cx="1115938" cy="854771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8" name="Google Shape;248;p33"/>
          <p:cNvCxnSpPr>
            <a:cxnSpLocks/>
            <a:stCxn id="238" idx="0"/>
          </p:cNvCxnSpPr>
          <p:nvPr/>
        </p:nvCxnSpPr>
        <p:spPr>
          <a:xfrm rot="5400000" flipH="1" flipV="1">
            <a:off x="3023763" y="2297037"/>
            <a:ext cx="1140458" cy="1282366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9" name="Google Shape;249;p33"/>
          <p:cNvCxnSpPr>
            <a:cxnSpLocks/>
            <a:stCxn id="250" idx="0"/>
            <a:endCxn id="230" idx="2"/>
          </p:cNvCxnSpPr>
          <p:nvPr/>
        </p:nvCxnSpPr>
        <p:spPr>
          <a:xfrm rot="5400000" flipH="1" flipV="1">
            <a:off x="7208229" y="2669141"/>
            <a:ext cx="524095" cy="700676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1" name="Google Shape;251;p33"/>
          <p:cNvCxnSpPr>
            <a:stCxn id="229" idx="0"/>
            <a:endCxn id="228" idx="1"/>
          </p:cNvCxnSpPr>
          <p:nvPr/>
        </p:nvCxnSpPr>
        <p:spPr>
          <a:xfrm rot="-5400000">
            <a:off x="1914989" y="549949"/>
            <a:ext cx="787200" cy="2437800"/>
          </a:xfrm>
          <a:prstGeom prst="bent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2" name="Google Shape;252;p33"/>
          <p:cNvCxnSpPr>
            <a:stCxn id="230" idx="0"/>
            <a:endCxn id="228" idx="3"/>
          </p:cNvCxnSpPr>
          <p:nvPr/>
        </p:nvCxnSpPr>
        <p:spPr>
          <a:xfrm rot="5400000" flipH="1">
            <a:off x="5974864" y="343781"/>
            <a:ext cx="814200" cy="2877300"/>
          </a:xfrm>
          <a:prstGeom prst="bentConnector2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5" name="Google Shape;255;p33"/>
          <p:cNvSpPr txBox="1"/>
          <p:nvPr/>
        </p:nvSpPr>
        <p:spPr>
          <a:xfrm>
            <a:off x="6555863" y="4827731"/>
            <a:ext cx="25293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50" tIns="68650" rIns="68650" bIns="6865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 dirty="0">
                <a:solidFill>
                  <a:schemeClr val="lt1"/>
                </a:solidFill>
                <a:latin typeface="Vollkorn"/>
                <a:ea typeface="Vollkorn"/>
                <a:cs typeface="Vollkorn"/>
                <a:sym typeface="Vollkorn"/>
              </a:rPr>
              <a:t>Draft Revisions March 2025</a:t>
            </a:r>
            <a:endParaRPr sz="1000" b="0" i="0" u="none" strike="noStrike" cap="none" dirty="0">
              <a:solidFill>
                <a:schemeClr val="lt1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46" name="Google Shape;246;p33"/>
          <p:cNvSpPr/>
          <p:nvPr/>
        </p:nvSpPr>
        <p:spPr>
          <a:xfrm>
            <a:off x="4701146" y="3483929"/>
            <a:ext cx="777600" cy="567900"/>
          </a:xfrm>
          <a:prstGeom prst="roundRect">
            <a:avLst>
              <a:gd name="adj" fmla="val 50000"/>
            </a:avLst>
          </a:prstGeom>
          <a:solidFill>
            <a:srgbClr val="0E945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Library </a:t>
            </a:r>
            <a:endParaRPr sz="10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Head (1) &amp; </a:t>
            </a:r>
            <a:r>
              <a:rPr lang="en" sz="9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Staff </a:t>
            </a:r>
            <a:r>
              <a:rPr lang="en" sz="9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(</a:t>
            </a:r>
            <a:r>
              <a:rPr lang="en" sz="9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5</a:t>
            </a:r>
            <a:r>
              <a:rPr lang="en" sz="9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) </a:t>
            </a:r>
            <a:endParaRPr sz="9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50" name="Google Shape;250;p33"/>
          <p:cNvSpPr/>
          <p:nvPr/>
        </p:nvSpPr>
        <p:spPr>
          <a:xfrm>
            <a:off x="6396038" y="3281526"/>
            <a:ext cx="1447800" cy="525600"/>
          </a:xfrm>
          <a:prstGeom prst="roundRect">
            <a:avLst>
              <a:gd name="adj" fmla="val 50000"/>
            </a:avLst>
          </a:prstGeom>
          <a:solidFill>
            <a:srgbClr val="0E945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Counselors (3)</a:t>
            </a:r>
            <a:endParaRPr sz="900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College Counselors (2)</a:t>
            </a:r>
            <a:endParaRPr sz="900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cxnSp>
        <p:nvCxnSpPr>
          <p:cNvPr id="256" name="Google Shape;256;p33"/>
          <p:cNvCxnSpPr>
            <a:stCxn id="235" idx="0"/>
            <a:endCxn id="229" idx="2"/>
          </p:cNvCxnSpPr>
          <p:nvPr/>
        </p:nvCxnSpPr>
        <p:spPr>
          <a:xfrm rot="5400000" flipH="1">
            <a:off x="1035625" y="2784303"/>
            <a:ext cx="563100" cy="455100"/>
          </a:xfrm>
          <a:prstGeom prst="bentConnector3">
            <a:avLst>
              <a:gd name="adj1" fmla="val 49996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7" name="Google Shape;257;p33"/>
          <p:cNvCxnSpPr>
            <a:cxnSpLocks/>
            <a:stCxn id="234" idx="0"/>
            <a:endCxn id="230" idx="2"/>
          </p:cNvCxnSpPr>
          <p:nvPr/>
        </p:nvCxnSpPr>
        <p:spPr>
          <a:xfrm rot="16200000" flipV="1">
            <a:off x="7865528" y="2712518"/>
            <a:ext cx="549507" cy="639333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8" name="Google Shape;258;p33"/>
          <p:cNvCxnSpPr>
            <a:cxnSpLocks/>
            <a:stCxn id="237" idx="0"/>
          </p:cNvCxnSpPr>
          <p:nvPr/>
        </p:nvCxnSpPr>
        <p:spPr>
          <a:xfrm rot="5400000" flipH="1" flipV="1">
            <a:off x="3616453" y="2889814"/>
            <a:ext cx="1140544" cy="96899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9" name="Google Shape;259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517" y="4717721"/>
            <a:ext cx="2091806" cy="379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66;p34">
            <a:extLst>
              <a:ext uri="{FF2B5EF4-FFF2-40B4-BE49-F238E27FC236}">
                <a16:creationId xmlns:a16="http://schemas.microsoft.com/office/drawing/2014/main" id="{BA65DBFF-1608-15AD-4DB7-7CCBFF6820BE}"/>
              </a:ext>
            </a:extLst>
          </p:cNvPr>
          <p:cNvSpPr/>
          <p:nvPr/>
        </p:nvSpPr>
        <p:spPr>
          <a:xfrm>
            <a:off x="3824250" y="498341"/>
            <a:ext cx="1495500" cy="474600"/>
          </a:xfrm>
          <a:prstGeom prst="roundRect">
            <a:avLst>
              <a:gd name="adj" fmla="val 19579"/>
            </a:avLst>
          </a:prstGeom>
          <a:solidFill>
            <a:srgbClr val="085631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500" b="1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Director General</a:t>
            </a:r>
            <a:endParaRPr sz="15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10" name="Google Shape;266;p34">
            <a:extLst>
              <a:ext uri="{FF2B5EF4-FFF2-40B4-BE49-F238E27FC236}">
                <a16:creationId xmlns:a16="http://schemas.microsoft.com/office/drawing/2014/main" id="{2E74B2A5-60A9-14BB-609D-4AEAAA45E932}"/>
              </a:ext>
            </a:extLst>
          </p:cNvPr>
          <p:cNvSpPr/>
          <p:nvPr/>
        </p:nvSpPr>
        <p:spPr>
          <a:xfrm>
            <a:off x="3824250" y="1554000"/>
            <a:ext cx="1495500" cy="569950"/>
          </a:xfrm>
          <a:prstGeom prst="roundRect">
            <a:avLst>
              <a:gd name="adj" fmla="val 2104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Specialized Learnig Director</a:t>
            </a:r>
            <a:endParaRPr sz="8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2CE0EF81-DB92-219B-10CE-F7E40DE10E66}"/>
              </a:ext>
            </a:extLst>
          </p:cNvPr>
          <p:cNvGrpSpPr/>
          <p:nvPr/>
        </p:nvGrpSpPr>
        <p:grpSpPr>
          <a:xfrm>
            <a:off x="499778" y="628477"/>
            <a:ext cx="2261494" cy="4278629"/>
            <a:chOff x="499778" y="628477"/>
            <a:chExt cx="2261494" cy="4278629"/>
          </a:xfrm>
        </p:grpSpPr>
        <p:sp>
          <p:nvSpPr>
            <p:cNvPr id="14" name="Google Shape;266;p34">
              <a:extLst>
                <a:ext uri="{FF2B5EF4-FFF2-40B4-BE49-F238E27FC236}">
                  <a16:creationId xmlns:a16="http://schemas.microsoft.com/office/drawing/2014/main" id="{5842611D-BC54-9A6A-0A33-71F06D61C32E}"/>
                </a:ext>
              </a:extLst>
            </p:cNvPr>
            <p:cNvSpPr/>
            <p:nvPr/>
          </p:nvSpPr>
          <p:spPr>
            <a:xfrm>
              <a:off x="499778" y="1864541"/>
              <a:ext cx="2261494" cy="813793"/>
            </a:xfrm>
            <a:prstGeom prst="roundRect">
              <a:avLst>
                <a:gd name="adj" fmla="val 18741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650" tIns="68650" rIns="68650" bIns="686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" sz="800" b="1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Primary Instructional Coach (1)</a:t>
              </a:r>
              <a:br>
                <a:rPr lang="en" sz="800" b="1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</a:br>
              <a:r>
                <a:rPr lang="en" sz="800" b="1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Primary Leads (4)</a:t>
              </a:r>
              <a:br>
                <a:rPr lang="en" sz="800" b="1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</a:br>
              <a:r>
                <a:rPr lang="en" sz="800" b="1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M</a:t>
              </a:r>
              <a:r>
                <a:rPr lang="en-US" sz="800" b="1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a</a:t>
              </a:r>
              <a:r>
                <a:rPr lang="en" sz="800" b="1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th /EEC</a:t>
              </a:r>
              <a:br>
                <a:rPr lang="en" sz="800" b="1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</a:br>
              <a:r>
                <a:rPr lang="en" sz="800" b="1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Science</a:t>
              </a:r>
              <a:br>
                <a:rPr lang="en" sz="800" b="1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</a:br>
              <a:r>
                <a:rPr lang="en" sz="800" b="1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Enrichment</a:t>
              </a:r>
              <a:br>
                <a:rPr lang="en" sz="800" b="1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</a:br>
              <a:r>
                <a:rPr lang="en" sz="800" b="1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English</a:t>
              </a:r>
              <a:endParaRPr sz="800" b="0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endParaRPr>
            </a:p>
          </p:txBody>
        </p: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E5E09A3-1677-EF2D-E5F1-4002497F22C8}"/>
                </a:ext>
              </a:extLst>
            </p:cNvPr>
            <p:cNvGrpSpPr/>
            <p:nvPr/>
          </p:nvGrpSpPr>
          <p:grpSpPr>
            <a:xfrm>
              <a:off x="821524" y="628477"/>
              <a:ext cx="1618002" cy="4278629"/>
              <a:chOff x="821524" y="628477"/>
              <a:chExt cx="1618002" cy="4278629"/>
            </a:xfrm>
          </p:grpSpPr>
          <p:sp>
            <p:nvSpPr>
              <p:cNvPr id="12" name="Google Shape;266;p34">
                <a:extLst>
                  <a:ext uri="{FF2B5EF4-FFF2-40B4-BE49-F238E27FC236}">
                    <a16:creationId xmlns:a16="http://schemas.microsoft.com/office/drawing/2014/main" id="{FBB7082D-4847-39AD-7C47-A7262F5C3BCB}"/>
                  </a:ext>
                </a:extLst>
              </p:cNvPr>
              <p:cNvSpPr/>
              <p:nvPr/>
            </p:nvSpPr>
            <p:spPr>
              <a:xfrm>
                <a:off x="1039087" y="628477"/>
                <a:ext cx="1144276" cy="518136"/>
              </a:xfrm>
              <a:prstGeom prst="roundRect">
                <a:avLst>
                  <a:gd name="adj" fmla="val 22135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650" tIns="68650" rIns="68650" bIns="686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1" i="0" u="none" strike="noStrike" cap="none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Primary School Principal </a:t>
                </a:r>
                <a:r>
                  <a:rPr lang="es-NI" sz="800" b="1" i="0" u="none" strike="noStrike" cap="none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(1)</a:t>
                </a:r>
                <a:endParaRPr sz="800" b="0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endParaRPr>
              </a:p>
            </p:txBody>
          </p:sp>
          <p:sp>
            <p:nvSpPr>
              <p:cNvPr id="13" name="Google Shape;266;p34">
                <a:extLst>
                  <a:ext uri="{FF2B5EF4-FFF2-40B4-BE49-F238E27FC236}">
                    <a16:creationId xmlns:a16="http://schemas.microsoft.com/office/drawing/2014/main" id="{348D038C-F8C3-469F-0B5C-3240E5C81F76}"/>
                  </a:ext>
                </a:extLst>
              </p:cNvPr>
              <p:cNvSpPr/>
              <p:nvPr/>
            </p:nvSpPr>
            <p:spPr>
              <a:xfrm>
                <a:off x="1058387" y="1246509"/>
                <a:ext cx="1144276" cy="518136"/>
              </a:xfrm>
              <a:prstGeom prst="roundRect">
                <a:avLst>
                  <a:gd name="adj" fmla="val 20808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650" tIns="68650" rIns="68650" bIns="686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1" i="0" u="none" strike="noStrike" cap="none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Assitant Principal (1)</a:t>
                </a:r>
                <a:endParaRPr sz="800" b="0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endParaRPr>
              </a:p>
            </p:txBody>
          </p:sp>
          <p:sp>
            <p:nvSpPr>
              <p:cNvPr id="17" name="Google Shape;266;p34">
                <a:extLst>
                  <a:ext uri="{FF2B5EF4-FFF2-40B4-BE49-F238E27FC236}">
                    <a16:creationId xmlns:a16="http://schemas.microsoft.com/office/drawing/2014/main" id="{B672DDA1-00D4-389C-5FCE-29B049CE9FB2}"/>
                  </a:ext>
                </a:extLst>
              </p:cNvPr>
              <p:cNvSpPr/>
              <p:nvPr/>
            </p:nvSpPr>
            <p:spPr>
              <a:xfrm>
                <a:off x="821524" y="2778230"/>
                <a:ext cx="1618002" cy="1187943"/>
              </a:xfrm>
              <a:prstGeom prst="roundRect">
                <a:avLst>
                  <a:gd name="adj" fmla="val 15275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650" tIns="68650" rIns="68650" bIns="686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s-NI" sz="900" b="1" i="0" u="none" strike="noStrike" cap="none" dirty="0" err="1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Faculty</a:t>
                </a:r>
                <a:r>
                  <a:rPr lang="es-NI" sz="900" b="1" i="0" u="none" strike="noStrike" cap="none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 (41)</a:t>
                </a:r>
                <a:br>
                  <a:rPr lang="es-NI" sz="800" b="0" i="0" u="none" strike="noStrike" cap="none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</a:br>
                <a:r>
                  <a:rPr lang="es-NI" sz="800" b="0" i="0" u="none" strike="noStrike" cap="none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 -</a:t>
                </a:r>
                <a:r>
                  <a:rPr lang="es-NI" sz="800" b="0" i="0" u="none" strike="noStrike" cap="none" dirty="0" err="1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Teacher</a:t>
                </a:r>
                <a:r>
                  <a:rPr lang="es-NI" sz="800" dirty="0" err="1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s</a:t>
                </a:r>
                <a:r>
                  <a:rPr lang="es-NI" sz="800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 (31)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s-NI" sz="800" b="0" i="0" u="none" strike="noStrike" cap="none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-</a:t>
                </a:r>
                <a:r>
                  <a:rPr lang="es-NI" sz="800" b="0" i="0" u="none" strike="noStrike" cap="none" dirty="0" err="1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Spanish</a:t>
                </a:r>
                <a:r>
                  <a:rPr lang="es-NI" sz="800" b="0" i="0" u="none" strike="noStrike" cap="none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 (7)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s-NI" sz="800" dirty="0" err="1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Language</a:t>
                </a:r>
                <a:r>
                  <a:rPr lang="es-NI" sz="800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 (3)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endParaRPr lang="es-NI" sz="800" b="0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s-NI" sz="900" b="1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Substitutes (4)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s-NI" sz="800" b="1" i="0" u="none" strike="noStrike" cap="none" dirty="0" err="1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Paraprofessionals</a:t>
                </a:r>
                <a:r>
                  <a:rPr lang="es-NI" sz="800" b="1" i="0" u="none" strike="noStrike" cap="none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 (25)</a:t>
                </a:r>
                <a:endParaRPr sz="800" b="1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endParaRPr>
              </a:p>
            </p:txBody>
          </p:sp>
          <p:sp>
            <p:nvSpPr>
              <p:cNvPr id="18" name="Google Shape;266;p34">
                <a:extLst>
                  <a:ext uri="{FF2B5EF4-FFF2-40B4-BE49-F238E27FC236}">
                    <a16:creationId xmlns:a16="http://schemas.microsoft.com/office/drawing/2014/main" id="{E185CFDC-5B6E-18B8-09FF-0CBBA3F8576B}"/>
                  </a:ext>
                </a:extLst>
              </p:cNvPr>
              <p:cNvSpPr/>
              <p:nvPr/>
            </p:nvSpPr>
            <p:spPr>
              <a:xfrm>
                <a:off x="1022644" y="4066069"/>
                <a:ext cx="1215763" cy="370570"/>
              </a:xfrm>
              <a:prstGeom prst="roundRect">
                <a:avLst>
                  <a:gd name="adj" fmla="val 33302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650" tIns="68650" rIns="68650" bIns="686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s-NI" sz="800" b="0" i="0" u="none" strike="noStrike" cap="none" dirty="0" err="1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Counselors</a:t>
                </a:r>
                <a:r>
                  <a:rPr lang="es-NI" sz="800" b="0" i="0" u="none" strike="noStrike" cap="none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 (2)</a:t>
                </a:r>
                <a:endParaRPr sz="800" b="0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endParaRPr>
              </a:p>
            </p:txBody>
          </p:sp>
          <p:sp>
            <p:nvSpPr>
              <p:cNvPr id="19" name="Google Shape;266;p34">
                <a:extLst>
                  <a:ext uri="{FF2B5EF4-FFF2-40B4-BE49-F238E27FC236}">
                    <a16:creationId xmlns:a16="http://schemas.microsoft.com/office/drawing/2014/main" id="{42D2E9C6-5515-95EF-A651-F4BBA3744D71}"/>
                  </a:ext>
                </a:extLst>
              </p:cNvPr>
              <p:cNvSpPr/>
              <p:nvPr/>
            </p:nvSpPr>
            <p:spPr>
              <a:xfrm>
                <a:off x="1022644" y="4536536"/>
                <a:ext cx="1215763" cy="370570"/>
              </a:xfrm>
              <a:prstGeom prst="roundRect">
                <a:avLst>
                  <a:gd name="adj" fmla="val 22170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650" tIns="68650" rIns="68650" bIns="686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s-NI" sz="800" b="0" i="0" u="none" strike="noStrike" cap="none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Secretaries (2)</a:t>
                </a:r>
                <a:endParaRPr sz="800" b="0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endParaRPr>
              </a:p>
            </p:txBody>
          </p:sp>
        </p:grpSp>
      </p:grpSp>
      <p:sp>
        <p:nvSpPr>
          <p:cNvPr id="20" name="Google Shape;266;p34">
            <a:extLst>
              <a:ext uri="{FF2B5EF4-FFF2-40B4-BE49-F238E27FC236}">
                <a16:creationId xmlns:a16="http://schemas.microsoft.com/office/drawing/2014/main" id="{7BAE91DF-423C-E6BD-DA57-CB6938D965B6}"/>
              </a:ext>
            </a:extLst>
          </p:cNvPr>
          <p:cNvSpPr/>
          <p:nvPr/>
        </p:nvSpPr>
        <p:spPr>
          <a:xfrm>
            <a:off x="2876620" y="2825460"/>
            <a:ext cx="1495500" cy="518136"/>
          </a:xfrm>
          <a:prstGeom prst="roundRect">
            <a:avLst>
              <a:gd name="adj" fmla="val 29493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PRIMARY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Specialized Learnig Leads (5)</a:t>
            </a:r>
            <a:endParaRPr sz="8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1" name="Google Shape;266;p34">
            <a:extLst>
              <a:ext uri="{FF2B5EF4-FFF2-40B4-BE49-F238E27FC236}">
                <a16:creationId xmlns:a16="http://schemas.microsoft.com/office/drawing/2014/main" id="{E5E6CA1B-40AD-D9FA-9FD7-C29A6236234D}"/>
              </a:ext>
            </a:extLst>
          </p:cNvPr>
          <p:cNvSpPr/>
          <p:nvPr/>
        </p:nvSpPr>
        <p:spPr>
          <a:xfrm>
            <a:off x="4888432" y="2825460"/>
            <a:ext cx="1495500" cy="518136"/>
          </a:xfrm>
          <a:prstGeom prst="roundRect">
            <a:avLst>
              <a:gd name="adj" fmla="val 27081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SECONDARY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800" b="1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Specialized Learnig Leads (3)</a:t>
            </a:r>
            <a:endParaRPr sz="8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C26206A-EA0B-8BFA-CAFA-A45394650305}"/>
              </a:ext>
            </a:extLst>
          </p:cNvPr>
          <p:cNvGrpSpPr/>
          <p:nvPr/>
        </p:nvGrpSpPr>
        <p:grpSpPr>
          <a:xfrm>
            <a:off x="6626466" y="625453"/>
            <a:ext cx="1939748" cy="4281653"/>
            <a:chOff x="6626466" y="625453"/>
            <a:chExt cx="1939748" cy="4281653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DD37679E-EA02-F987-ECB8-EDF3701CF67D}"/>
                </a:ext>
              </a:extLst>
            </p:cNvPr>
            <p:cNvGrpSpPr/>
            <p:nvPr/>
          </p:nvGrpSpPr>
          <p:grpSpPr>
            <a:xfrm>
              <a:off x="6626466" y="625453"/>
              <a:ext cx="1939748" cy="4281653"/>
              <a:chOff x="6619591" y="630217"/>
              <a:chExt cx="1939748" cy="4281653"/>
            </a:xfrm>
          </p:grpSpPr>
          <p:sp>
            <p:nvSpPr>
              <p:cNvPr id="22" name="Google Shape;266;p34">
                <a:extLst>
                  <a:ext uri="{FF2B5EF4-FFF2-40B4-BE49-F238E27FC236}">
                    <a16:creationId xmlns:a16="http://schemas.microsoft.com/office/drawing/2014/main" id="{73B4D482-F2DF-3982-554F-E93574A0D467}"/>
                  </a:ext>
                </a:extLst>
              </p:cNvPr>
              <p:cNvSpPr/>
              <p:nvPr/>
            </p:nvSpPr>
            <p:spPr>
              <a:xfrm>
                <a:off x="6953762" y="630217"/>
                <a:ext cx="1271406" cy="518136"/>
              </a:xfrm>
              <a:prstGeom prst="roundRect">
                <a:avLst>
                  <a:gd name="adj" fmla="val 28769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650" tIns="68650" rIns="68650" bIns="686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1" i="0" u="none" strike="noStrike" cap="none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Secondary School Principal </a:t>
                </a:r>
                <a:r>
                  <a:rPr lang="es-NI" sz="800" b="1" i="0" u="none" strike="noStrike" cap="none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(1)</a:t>
                </a:r>
                <a:endParaRPr sz="800" b="0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endParaRPr>
              </a:p>
            </p:txBody>
          </p:sp>
          <p:sp>
            <p:nvSpPr>
              <p:cNvPr id="23" name="Google Shape;266;p34">
                <a:extLst>
                  <a:ext uri="{FF2B5EF4-FFF2-40B4-BE49-F238E27FC236}">
                    <a16:creationId xmlns:a16="http://schemas.microsoft.com/office/drawing/2014/main" id="{304F5548-76EC-66CB-157D-8A0E1220709F}"/>
                  </a:ext>
                </a:extLst>
              </p:cNvPr>
              <p:cNvSpPr/>
              <p:nvPr/>
            </p:nvSpPr>
            <p:spPr>
              <a:xfrm>
                <a:off x="7017327" y="1264386"/>
                <a:ext cx="1144276" cy="518136"/>
              </a:xfrm>
              <a:prstGeom prst="roundRect">
                <a:avLst>
                  <a:gd name="adj" fmla="val 24789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650" tIns="68650" rIns="68650" bIns="686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1" i="0" u="none" strike="noStrike" cap="none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Assitant Principal (1)</a:t>
                </a:r>
                <a:endParaRPr sz="800" b="0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endParaRPr>
              </a:p>
            </p:txBody>
          </p:sp>
          <p:sp>
            <p:nvSpPr>
              <p:cNvPr id="24" name="Google Shape;266;p34">
                <a:extLst>
                  <a:ext uri="{FF2B5EF4-FFF2-40B4-BE49-F238E27FC236}">
                    <a16:creationId xmlns:a16="http://schemas.microsoft.com/office/drawing/2014/main" id="{C9F2FEF9-EB5C-04B3-ED5F-471CEBF3ACFC}"/>
                  </a:ext>
                </a:extLst>
              </p:cNvPr>
              <p:cNvSpPr/>
              <p:nvPr/>
            </p:nvSpPr>
            <p:spPr>
              <a:xfrm>
                <a:off x="6619591" y="1898555"/>
                <a:ext cx="1939748" cy="359940"/>
              </a:xfrm>
              <a:prstGeom prst="roundRect">
                <a:avLst>
                  <a:gd name="adj" fmla="val 30899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650" tIns="68650" rIns="68650" bIns="686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n" sz="800" b="1" i="0" u="none" strike="noStrike" cap="none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Secondary Instructional Coach (1)</a:t>
                </a:r>
                <a:endParaRPr sz="800" b="0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endParaRPr>
              </a:p>
            </p:txBody>
          </p:sp>
          <p:sp>
            <p:nvSpPr>
              <p:cNvPr id="25" name="Google Shape;266;p34">
                <a:extLst>
                  <a:ext uri="{FF2B5EF4-FFF2-40B4-BE49-F238E27FC236}">
                    <a16:creationId xmlns:a16="http://schemas.microsoft.com/office/drawing/2014/main" id="{6AFB686B-5CE7-9543-690B-C5C6EFFE1221}"/>
                  </a:ext>
                </a:extLst>
              </p:cNvPr>
              <p:cNvSpPr/>
              <p:nvPr/>
            </p:nvSpPr>
            <p:spPr>
              <a:xfrm>
                <a:off x="6780464" y="2374528"/>
                <a:ext cx="1618002" cy="678768"/>
              </a:xfrm>
              <a:prstGeom prst="roundRect">
                <a:avLst>
                  <a:gd name="adj" fmla="val 23665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650" tIns="68650" rIns="68650" bIns="686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s-NI" sz="900" b="1" i="0" u="none" strike="noStrike" cap="none" dirty="0" err="1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Faculty</a:t>
                </a:r>
                <a:r>
                  <a:rPr lang="es-NI" sz="900" b="1" i="0" u="none" strike="noStrike" cap="none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 (40)</a:t>
                </a:r>
                <a:endParaRPr lang="es-NI" sz="800" b="0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s-NI" sz="900" b="1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Substitutes (4)</a:t>
                </a:r>
                <a:br>
                  <a:rPr lang="es-NI" sz="900" b="1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</a:br>
                <a:r>
                  <a:rPr lang="es-NI" sz="900" b="1" dirty="0" err="1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Lab</a:t>
                </a:r>
                <a:r>
                  <a:rPr lang="es-NI" sz="900" b="1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 </a:t>
                </a:r>
                <a:r>
                  <a:rPr lang="es-NI" sz="900" b="1" dirty="0" err="1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Tech</a:t>
                </a:r>
                <a:r>
                  <a:rPr lang="es-NI" sz="900" b="1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 (1)</a:t>
                </a:r>
                <a:endParaRPr sz="800" b="1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endParaRPr>
              </a:p>
            </p:txBody>
          </p:sp>
          <p:sp>
            <p:nvSpPr>
              <p:cNvPr id="26" name="Google Shape;266;p34">
                <a:extLst>
                  <a:ext uri="{FF2B5EF4-FFF2-40B4-BE49-F238E27FC236}">
                    <a16:creationId xmlns:a16="http://schemas.microsoft.com/office/drawing/2014/main" id="{3FFD37F6-6C39-A25E-EE6A-8D458A6E1333}"/>
                  </a:ext>
                </a:extLst>
              </p:cNvPr>
              <p:cNvSpPr/>
              <p:nvPr/>
            </p:nvSpPr>
            <p:spPr>
              <a:xfrm>
                <a:off x="6780464" y="3169329"/>
                <a:ext cx="1618002" cy="569951"/>
              </a:xfrm>
              <a:prstGeom prst="roundRect">
                <a:avLst>
                  <a:gd name="adj" fmla="val 21792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650" tIns="68650" rIns="68650" bIns="686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s-NI" sz="800" b="0" i="0" u="none" strike="noStrike" cap="none" dirty="0" err="1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Counselors</a:t>
                </a:r>
                <a:r>
                  <a:rPr lang="es-NI" sz="800" b="0" i="0" u="none" strike="noStrike" cap="none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 (3)</a:t>
                </a: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s-NI" sz="800" dirty="0" err="1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College</a:t>
                </a:r>
                <a:r>
                  <a:rPr lang="es-NI" sz="800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 / </a:t>
                </a:r>
                <a:r>
                  <a:rPr lang="es-NI" sz="800" dirty="0" err="1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Carrer</a:t>
                </a:r>
                <a:r>
                  <a:rPr lang="es-NI" sz="800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 </a:t>
                </a:r>
                <a:r>
                  <a:rPr lang="es-NI" sz="800" dirty="0" err="1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Dept</a:t>
                </a:r>
                <a:r>
                  <a:rPr lang="es-NI" sz="800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 (2)</a:t>
                </a:r>
              </a:p>
            </p:txBody>
          </p:sp>
          <p:sp>
            <p:nvSpPr>
              <p:cNvPr id="27" name="Google Shape;266;p34">
                <a:extLst>
                  <a:ext uri="{FF2B5EF4-FFF2-40B4-BE49-F238E27FC236}">
                    <a16:creationId xmlns:a16="http://schemas.microsoft.com/office/drawing/2014/main" id="{DBE67CCE-BD05-7641-34E5-02017576F8FF}"/>
                  </a:ext>
                </a:extLst>
              </p:cNvPr>
              <p:cNvSpPr/>
              <p:nvPr/>
            </p:nvSpPr>
            <p:spPr>
              <a:xfrm>
                <a:off x="6981583" y="4541300"/>
                <a:ext cx="1215763" cy="370570"/>
              </a:xfrm>
              <a:prstGeom prst="roundRect">
                <a:avLst>
                  <a:gd name="adj" fmla="val 29592"/>
                </a:avLst>
              </a:pr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68650" tIns="68650" rIns="68650" bIns="6865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800"/>
                  <a:buFont typeface="Arial"/>
                  <a:buNone/>
                </a:pPr>
                <a:r>
                  <a:rPr lang="es-NI" sz="800" b="0" i="0" u="none" strike="noStrike" cap="none" dirty="0">
                    <a:solidFill>
                      <a:srgbClr val="FFFFFF"/>
                    </a:solidFill>
                    <a:latin typeface="Vollkorn"/>
                    <a:ea typeface="Vollkorn"/>
                    <a:cs typeface="Vollkorn"/>
                    <a:sym typeface="Vollkorn"/>
                  </a:rPr>
                  <a:t>Secretaries (4)</a:t>
                </a:r>
                <a:endParaRPr sz="800" b="0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endParaRPr>
              </a:p>
            </p:txBody>
          </p:sp>
        </p:grpSp>
        <p:sp>
          <p:nvSpPr>
            <p:cNvPr id="30" name="Google Shape;266;p34">
              <a:extLst>
                <a:ext uri="{FF2B5EF4-FFF2-40B4-BE49-F238E27FC236}">
                  <a16:creationId xmlns:a16="http://schemas.microsoft.com/office/drawing/2014/main" id="{A554425E-3374-84F1-1125-E460C306A689}"/>
                </a:ext>
              </a:extLst>
            </p:cNvPr>
            <p:cNvSpPr/>
            <p:nvPr/>
          </p:nvSpPr>
          <p:spPr>
            <a:xfrm>
              <a:off x="6787339" y="3850549"/>
              <a:ext cx="1618002" cy="569951"/>
            </a:xfrm>
            <a:prstGeom prst="roundRect">
              <a:avLst>
                <a:gd name="adj" fmla="val 22255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68650" tIns="68650" rIns="68650" bIns="6865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s-NI" sz="800" b="0" i="0" u="none" strike="noStrike" cap="none" dirty="0" err="1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Studen</a:t>
              </a:r>
              <a:r>
                <a:rPr lang="es-NI" sz="800" dirty="0" err="1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t</a:t>
              </a:r>
              <a:r>
                <a:rPr lang="es-NI" sz="800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 </a:t>
              </a:r>
              <a:r>
                <a:rPr lang="es-NI" sz="800" dirty="0" err="1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Life</a:t>
              </a:r>
              <a:r>
                <a:rPr lang="es-NI" sz="800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 / </a:t>
              </a:r>
              <a:r>
                <a:rPr lang="es-NI" sz="800" dirty="0" err="1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Claw</a:t>
              </a:r>
              <a:r>
                <a:rPr lang="es-NI" sz="800" b="0" i="0" u="none" strike="noStrike" cap="none" dirty="0">
                  <a:solidFill>
                    <a:srgbClr val="FFFFFF"/>
                  </a:solidFill>
                  <a:latin typeface="Vollkorn"/>
                  <a:ea typeface="Vollkorn"/>
                  <a:cs typeface="Vollkorn"/>
                  <a:sym typeface="Vollkorn"/>
                </a:rPr>
                <a:t> (1)</a:t>
              </a:r>
              <a:endParaRPr lang="es-NI" sz="800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endParaRPr>
            </a:p>
          </p:txBody>
        </p:sp>
      </p:grpSp>
      <p:sp>
        <p:nvSpPr>
          <p:cNvPr id="31" name="Google Shape;266;p34">
            <a:extLst>
              <a:ext uri="{FF2B5EF4-FFF2-40B4-BE49-F238E27FC236}">
                <a16:creationId xmlns:a16="http://schemas.microsoft.com/office/drawing/2014/main" id="{0276DC39-911E-4FF5-814C-10A9EC4A43A7}"/>
              </a:ext>
            </a:extLst>
          </p:cNvPr>
          <p:cNvSpPr/>
          <p:nvPr/>
        </p:nvSpPr>
        <p:spPr>
          <a:xfrm>
            <a:off x="4881557" y="3431733"/>
            <a:ext cx="1495500" cy="348107"/>
          </a:xfrm>
          <a:prstGeom prst="roundRect">
            <a:avLst>
              <a:gd name="adj" fmla="val 23462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lvl="0" algn="ctr">
              <a:buSzPts val="800"/>
            </a:pPr>
            <a:r>
              <a:rPr lang="es-NI" sz="800" b="1" dirty="0" err="1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Paraprofessional</a:t>
            </a:r>
            <a:r>
              <a:rPr lang="es-NI" sz="800" b="1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 </a:t>
            </a:r>
            <a:r>
              <a:rPr lang="en" sz="800" b="1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(1) </a:t>
            </a:r>
            <a:endParaRPr sz="800" b="0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A425FE9-6A6F-F87E-23AC-AF36A7C1A0CF}"/>
              </a:ext>
            </a:extLst>
          </p:cNvPr>
          <p:cNvCxnSpPr>
            <a:stCxn id="6" idx="1"/>
            <a:endCxn id="12" idx="3"/>
          </p:cNvCxnSpPr>
          <p:nvPr/>
        </p:nvCxnSpPr>
        <p:spPr>
          <a:xfrm flipH="1">
            <a:off x="2183363" y="735641"/>
            <a:ext cx="1640887" cy="1519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92DFF55A-CB70-84BF-9365-091D0EFFAEF2}"/>
              </a:ext>
            </a:extLst>
          </p:cNvPr>
          <p:cNvCxnSpPr>
            <a:cxnSpLocks/>
            <a:stCxn id="22" idx="1"/>
            <a:endCxn id="6" idx="3"/>
          </p:cNvCxnSpPr>
          <p:nvPr/>
        </p:nvCxnSpPr>
        <p:spPr>
          <a:xfrm flipH="1" flipV="1">
            <a:off x="5319750" y="735641"/>
            <a:ext cx="1640887" cy="1488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33137B9-C66A-21EB-5B05-29E9F791FBE7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>
            <a:off x="4572000" y="972941"/>
            <a:ext cx="0" cy="58105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D57B7B5-AE65-6141-C72C-399FE6C0F4B8}"/>
              </a:ext>
            </a:extLst>
          </p:cNvPr>
          <p:cNvCxnSpPr>
            <a:endCxn id="20" idx="0"/>
          </p:cNvCxnSpPr>
          <p:nvPr/>
        </p:nvCxnSpPr>
        <p:spPr>
          <a:xfrm flipH="1">
            <a:off x="3624370" y="2123950"/>
            <a:ext cx="947630" cy="7015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0B474E4-8563-6FB8-8E01-0F43B8C8CCEF}"/>
              </a:ext>
            </a:extLst>
          </p:cNvPr>
          <p:cNvCxnSpPr>
            <a:stCxn id="10" idx="2"/>
            <a:endCxn id="21" idx="0"/>
          </p:cNvCxnSpPr>
          <p:nvPr/>
        </p:nvCxnSpPr>
        <p:spPr>
          <a:xfrm>
            <a:off x="4572000" y="2123950"/>
            <a:ext cx="1064182" cy="7015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78307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00FF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226" y="486619"/>
            <a:ext cx="1249694" cy="124971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4"/>
          <p:cNvSpPr/>
          <p:nvPr/>
        </p:nvSpPr>
        <p:spPr>
          <a:xfrm>
            <a:off x="3877712" y="470513"/>
            <a:ext cx="1495500" cy="405000"/>
          </a:xfrm>
          <a:prstGeom prst="roundRect">
            <a:avLst>
              <a:gd name="adj" fmla="val 50000"/>
            </a:avLst>
          </a:prstGeom>
          <a:solidFill>
            <a:srgbClr val="085631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800" b="1" i="0" u="none" strike="noStrike" cap="none" dirty="0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BOD</a:t>
            </a:r>
            <a:endParaRPr sz="1800" b="1" i="0" u="none" strike="noStrike" cap="none" dirty="0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66" name="Google Shape;266;p34"/>
          <p:cNvSpPr/>
          <p:nvPr/>
        </p:nvSpPr>
        <p:spPr>
          <a:xfrm>
            <a:off x="3873343" y="1010197"/>
            <a:ext cx="1495500" cy="474600"/>
          </a:xfrm>
          <a:prstGeom prst="roundRect">
            <a:avLst>
              <a:gd name="adj" fmla="val 50000"/>
            </a:avLst>
          </a:prstGeom>
          <a:solidFill>
            <a:srgbClr val="085631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500" b="1" i="0" u="none" strike="noStrike" cap="none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Director General</a:t>
            </a:r>
            <a:endParaRPr sz="1500" b="0" i="0" u="none" strike="noStrike" cap="none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67" name="Google Shape;267;p34"/>
          <p:cNvSpPr/>
          <p:nvPr/>
        </p:nvSpPr>
        <p:spPr>
          <a:xfrm>
            <a:off x="3893909" y="1639764"/>
            <a:ext cx="1454400" cy="474600"/>
          </a:xfrm>
          <a:prstGeom prst="roundRect">
            <a:avLst>
              <a:gd name="adj" fmla="val 50000"/>
            </a:avLst>
          </a:prstGeom>
          <a:solidFill>
            <a:srgbClr val="0B774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200" b="0" i="0" u="none" strike="noStrike" cap="none">
                <a:solidFill>
                  <a:srgbClr val="FFFFFF"/>
                </a:solidFill>
                <a:latin typeface="Vollkorn"/>
                <a:ea typeface="Vollkorn"/>
                <a:cs typeface="Vollkorn"/>
                <a:sym typeface="Vollkorn"/>
              </a:rPr>
              <a:t>Business Director </a:t>
            </a:r>
            <a:endParaRPr sz="1200" b="0" i="0" u="none" strike="noStrike" cap="none">
              <a:solidFill>
                <a:srgbClr val="FFFFFF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cxnSp>
        <p:nvCxnSpPr>
          <p:cNvPr id="268" name="Google Shape;268;p34"/>
          <p:cNvCxnSpPr>
            <a:stCxn id="266" idx="0"/>
            <a:endCxn id="265" idx="2"/>
          </p:cNvCxnSpPr>
          <p:nvPr/>
        </p:nvCxnSpPr>
        <p:spPr>
          <a:xfrm rot="-5400000">
            <a:off x="4555993" y="940597"/>
            <a:ext cx="134700" cy="4500"/>
          </a:xfrm>
          <a:prstGeom prst="bentConnector3">
            <a:avLst>
              <a:gd name="adj1" fmla="val 5003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9" name="Google Shape;269;p34"/>
          <p:cNvCxnSpPr>
            <a:stCxn id="266" idx="2"/>
            <a:endCxn id="267" idx="0"/>
          </p:cNvCxnSpPr>
          <p:nvPr/>
        </p:nvCxnSpPr>
        <p:spPr>
          <a:xfrm rot="-5400000" flipH="1">
            <a:off x="4543843" y="1562047"/>
            <a:ext cx="155100" cy="600"/>
          </a:xfrm>
          <a:prstGeom prst="bentConnector3">
            <a:avLst>
              <a:gd name="adj1" fmla="val 5001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0" name="Google Shape;270;p34"/>
          <p:cNvSpPr/>
          <p:nvPr/>
        </p:nvSpPr>
        <p:spPr>
          <a:xfrm>
            <a:off x="100000" y="2466993"/>
            <a:ext cx="1042200" cy="549300"/>
          </a:xfrm>
          <a:prstGeom prst="roundRect">
            <a:avLst>
              <a:gd name="adj" fmla="val 50000"/>
            </a:avLst>
          </a:prstGeom>
          <a:solidFill>
            <a:srgbClr val="0E945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b="0" i="0" u="none" strike="noStrike" cap="none" dirty="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Head Accounting</a:t>
            </a:r>
            <a:endParaRPr sz="1000" b="0" i="0" u="none" strike="noStrike" cap="none" dirty="0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dirty="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(1)</a:t>
            </a:r>
            <a:endParaRPr sz="1000" dirty="0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cxnSp>
        <p:nvCxnSpPr>
          <p:cNvPr id="271" name="Google Shape;271;p34"/>
          <p:cNvCxnSpPr/>
          <p:nvPr/>
        </p:nvCxnSpPr>
        <p:spPr>
          <a:xfrm>
            <a:off x="3023732" y="1838507"/>
            <a:ext cx="600" cy="300"/>
          </a:xfrm>
          <a:prstGeom prst="bentConnector3">
            <a:avLst>
              <a:gd name="adj1" fmla="val 0"/>
            </a:avLst>
          </a:prstGeom>
          <a:noFill/>
          <a:ln w="9525" cap="flat" cmpd="sng">
            <a:solidFill>
              <a:srgbClr val="C2C2C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2" name="Google Shape;272;p34"/>
          <p:cNvSpPr/>
          <p:nvPr/>
        </p:nvSpPr>
        <p:spPr>
          <a:xfrm>
            <a:off x="1388964" y="2466993"/>
            <a:ext cx="951300" cy="437400"/>
          </a:xfrm>
          <a:prstGeom prst="roundRect">
            <a:avLst>
              <a:gd name="adj" fmla="val 50000"/>
            </a:avLst>
          </a:prstGeom>
          <a:solidFill>
            <a:srgbClr val="0E945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b="0" i="0" u="none" strike="noStrike" cap="none" dirty="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Treasurer</a:t>
            </a:r>
            <a:endParaRPr sz="1000" b="0" i="0" u="none" strike="noStrike" cap="none" dirty="0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dirty="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(1)</a:t>
            </a:r>
            <a:endParaRPr sz="1000" dirty="0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cxnSp>
        <p:nvCxnSpPr>
          <p:cNvPr id="273" name="Google Shape;273;p34"/>
          <p:cNvCxnSpPr/>
          <p:nvPr/>
        </p:nvCxnSpPr>
        <p:spPr>
          <a:xfrm>
            <a:off x="5265829" y="1810364"/>
            <a:ext cx="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4" name="Google Shape;274;p34"/>
          <p:cNvSpPr/>
          <p:nvPr/>
        </p:nvSpPr>
        <p:spPr>
          <a:xfrm>
            <a:off x="7809679" y="3020898"/>
            <a:ext cx="1042200" cy="4050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Facilities</a:t>
            </a:r>
            <a:r>
              <a:rPr lang="en" sz="1000" b="0" i="0" u="none" strike="noStrike" cap="none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 </a:t>
            </a:r>
            <a:r>
              <a:rPr lang="en" sz="100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Staff (3)</a:t>
            </a:r>
            <a:endParaRPr sz="1000" b="0" i="0" u="none" strike="noStrike" cap="none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cxnSp>
        <p:nvCxnSpPr>
          <p:cNvPr id="275" name="Google Shape;275;p34"/>
          <p:cNvCxnSpPr/>
          <p:nvPr/>
        </p:nvCxnSpPr>
        <p:spPr>
          <a:xfrm>
            <a:off x="7669473" y="3498845"/>
            <a:ext cx="600" cy="300"/>
          </a:xfrm>
          <a:prstGeom prst="bentConnector3">
            <a:avLst>
              <a:gd name="adj1" fmla="val 0"/>
            </a:avLst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6" name="Google Shape;276;p34"/>
          <p:cNvSpPr/>
          <p:nvPr/>
        </p:nvSpPr>
        <p:spPr>
          <a:xfrm>
            <a:off x="155071" y="3222256"/>
            <a:ext cx="932100" cy="4746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b="0" i="0" u="none" strike="noStrike" cap="none" dirty="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Accounting Staff (6)</a:t>
            </a:r>
            <a:endParaRPr sz="900" b="0" i="0" u="none" strike="noStrike" cap="none" dirty="0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77" name="Google Shape;277;p34"/>
          <p:cNvSpPr/>
          <p:nvPr/>
        </p:nvSpPr>
        <p:spPr>
          <a:xfrm>
            <a:off x="1375268" y="4214597"/>
            <a:ext cx="951300" cy="3771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b="0" i="0" u="none" strike="noStrike" cap="none" dirty="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Cashier &amp; staff (</a:t>
            </a:r>
            <a:r>
              <a:rPr lang="en" sz="1000" dirty="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4</a:t>
            </a:r>
            <a:r>
              <a:rPr lang="en" sz="1000" b="0" i="0" u="none" strike="noStrike" cap="none" dirty="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)</a:t>
            </a:r>
            <a:endParaRPr sz="1000" b="0" i="0" u="none" strike="noStrike" cap="none" dirty="0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78" name="Google Shape;278;p34"/>
          <p:cNvSpPr/>
          <p:nvPr/>
        </p:nvSpPr>
        <p:spPr>
          <a:xfrm>
            <a:off x="1330938" y="3555818"/>
            <a:ext cx="1042200" cy="526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b="0" i="0" u="none" strike="noStrike" cap="none" dirty="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Accounts Receivable</a:t>
            </a:r>
            <a:endParaRPr sz="1000" b="0" i="0" u="none" strike="noStrike" cap="none" dirty="0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dirty="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(1)</a:t>
            </a:r>
            <a:endParaRPr sz="1000" dirty="0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79" name="Google Shape;279;p34"/>
          <p:cNvSpPr/>
          <p:nvPr/>
        </p:nvSpPr>
        <p:spPr>
          <a:xfrm>
            <a:off x="1384911" y="2998506"/>
            <a:ext cx="932100" cy="4374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dirty="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Accounts Payable</a:t>
            </a:r>
            <a:r>
              <a:rPr lang="en" sz="1000" b="0" i="0" u="none" strike="noStrike" cap="none" dirty="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 (</a:t>
            </a:r>
            <a:r>
              <a:rPr lang="en" sz="1000" dirty="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1</a:t>
            </a:r>
            <a:r>
              <a:rPr lang="en" sz="1000" b="0" i="0" u="none" strike="noStrike" cap="none" dirty="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)</a:t>
            </a:r>
            <a:endParaRPr sz="1000" b="0" i="0" u="none" strike="noStrike" cap="none" dirty="0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80" name="Google Shape;280;p34"/>
          <p:cNvSpPr/>
          <p:nvPr/>
        </p:nvSpPr>
        <p:spPr>
          <a:xfrm>
            <a:off x="2671375" y="3544949"/>
            <a:ext cx="1138500" cy="4050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10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Warehouse (1)</a:t>
            </a:r>
            <a:endParaRPr sz="1100" b="0" i="0" u="none" strike="noStrike" cap="none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81" name="Google Shape;281;p34"/>
          <p:cNvSpPr/>
          <p:nvPr/>
        </p:nvSpPr>
        <p:spPr>
          <a:xfrm>
            <a:off x="7816767" y="3583928"/>
            <a:ext cx="1042200" cy="4050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Facilities</a:t>
            </a:r>
            <a:r>
              <a:rPr lang="en" sz="1100" b="0" i="0" u="none" strike="noStrike" cap="none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 </a:t>
            </a:r>
            <a:r>
              <a:rPr lang="en" sz="1000" b="0" i="0" u="none" strike="noStrike" cap="none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(</a:t>
            </a:r>
            <a:r>
              <a:rPr lang="en" sz="100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69</a:t>
            </a:r>
            <a:r>
              <a:rPr lang="en" sz="1000" b="0" i="0" u="none" strike="noStrike" cap="none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)</a:t>
            </a:r>
            <a:endParaRPr sz="1000" b="0" i="0" u="none" strike="noStrike" cap="none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82" name="Google Shape;282;p34"/>
          <p:cNvSpPr/>
          <p:nvPr/>
        </p:nvSpPr>
        <p:spPr>
          <a:xfrm>
            <a:off x="3907429" y="2442673"/>
            <a:ext cx="1104300" cy="597900"/>
          </a:xfrm>
          <a:prstGeom prst="roundRect">
            <a:avLst>
              <a:gd name="adj" fmla="val 50000"/>
            </a:avLst>
          </a:prstGeom>
          <a:solidFill>
            <a:srgbClr val="0E945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 </a:t>
            </a:r>
            <a:endParaRPr sz="1000" dirty="0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Tiger Store </a:t>
            </a:r>
            <a:endParaRPr sz="1000" dirty="0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Mgr (1) </a:t>
            </a:r>
            <a:endParaRPr sz="1000" b="1" dirty="0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Clerk  (1)</a:t>
            </a:r>
            <a:endParaRPr sz="1000" dirty="0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83" name="Google Shape;283;p34"/>
          <p:cNvSpPr/>
          <p:nvPr/>
        </p:nvSpPr>
        <p:spPr>
          <a:xfrm>
            <a:off x="5109195" y="2432779"/>
            <a:ext cx="778200" cy="405000"/>
          </a:xfrm>
          <a:prstGeom prst="roundRect">
            <a:avLst>
              <a:gd name="adj" fmla="val 50000"/>
            </a:avLst>
          </a:prstGeom>
          <a:solidFill>
            <a:srgbClr val="0E945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b="0" i="0" u="none" strike="noStrike" cap="none" dirty="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Office Assts (2)</a:t>
            </a:r>
            <a:endParaRPr sz="1000" b="0" i="0" u="none" strike="noStrike" cap="none" dirty="0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cxnSp>
        <p:nvCxnSpPr>
          <p:cNvPr id="284" name="Google Shape;284;p34"/>
          <p:cNvCxnSpPr/>
          <p:nvPr/>
        </p:nvCxnSpPr>
        <p:spPr>
          <a:xfrm>
            <a:off x="1029952" y="3093875"/>
            <a:ext cx="600" cy="300"/>
          </a:xfrm>
          <a:prstGeom prst="bentConnector3">
            <a:avLst>
              <a:gd name="adj1" fmla="val 0"/>
            </a:avLst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5" name="Google Shape;285;p34"/>
          <p:cNvCxnSpPr>
            <a:stCxn id="270" idx="2"/>
            <a:endCxn id="276" idx="0"/>
          </p:cNvCxnSpPr>
          <p:nvPr/>
        </p:nvCxnSpPr>
        <p:spPr>
          <a:xfrm rot="-5400000" flipH="1">
            <a:off x="518350" y="3119043"/>
            <a:ext cx="206100" cy="600"/>
          </a:xfrm>
          <a:prstGeom prst="bentConnector3">
            <a:avLst>
              <a:gd name="adj1" fmla="val 50014"/>
            </a:avLst>
          </a:prstGeom>
          <a:noFill/>
          <a:ln w="19050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6" name="Google Shape;286;p34"/>
          <p:cNvCxnSpPr>
            <a:stCxn id="272" idx="1"/>
            <a:endCxn id="279" idx="1"/>
          </p:cNvCxnSpPr>
          <p:nvPr/>
        </p:nvCxnSpPr>
        <p:spPr>
          <a:xfrm flipH="1">
            <a:off x="1384764" y="2685693"/>
            <a:ext cx="4200" cy="531600"/>
          </a:xfrm>
          <a:prstGeom prst="bentConnector3">
            <a:avLst>
              <a:gd name="adj1" fmla="val 3813158"/>
            </a:avLst>
          </a:prstGeom>
          <a:noFill/>
          <a:ln w="19050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7" name="Google Shape;287;p34"/>
          <p:cNvCxnSpPr>
            <a:stCxn id="278" idx="2"/>
            <a:endCxn id="277" idx="0"/>
          </p:cNvCxnSpPr>
          <p:nvPr/>
        </p:nvCxnSpPr>
        <p:spPr>
          <a:xfrm rot="5400000">
            <a:off x="1785138" y="4147718"/>
            <a:ext cx="132600" cy="1200"/>
          </a:xfrm>
          <a:prstGeom prst="bentConnector3">
            <a:avLst>
              <a:gd name="adj1" fmla="val 50022"/>
            </a:avLst>
          </a:prstGeom>
          <a:noFill/>
          <a:ln w="19050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8" name="Google Shape;288;p34"/>
          <p:cNvSpPr/>
          <p:nvPr/>
        </p:nvSpPr>
        <p:spPr>
          <a:xfrm>
            <a:off x="2719482" y="2462046"/>
            <a:ext cx="1042200" cy="405000"/>
          </a:xfrm>
          <a:prstGeom prst="roundRect">
            <a:avLst>
              <a:gd name="adj" fmla="val 50000"/>
            </a:avLst>
          </a:prstGeom>
          <a:solidFill>
            <a:srgbClr val="0E945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b="0" i="0" u="none" strike="noStrike" cap="none" dirty="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P</a:t>
            </a:r>
            <a:r>
              <a:rPr lang="en" sz="1000" dirty="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urchasing Officer (1)</a:t>
            </a:r>
            <a:endParaRPr sz="1000" b="0" i="0" u="none" strike="noStrike" cap="none" dirty="0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89" name="Google Shape;289;p34"/>
          <p:cNvSpPr/>
          <p:nvPr/>
        </p:nvSpPr>
        <p:spPr>
          <a:xfrm>
            <a:off x="6723009" y="2432779"/>
            <a:ext cx="691800" cy="405000"/>
          </a:xfrm>
          <a:prstGeom prst="roundRect">
            <a:avLst>
              <a:gd name="adj" fmla="val 50000"/>
            </a:avLst>
          </a:prstGeom>
          <a:solidFill>
            <a:srgbClr val="0E945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Assets (1)</a:t>
            </a:r>
            <a:endParaRPr sz="1000" b="0" i="0" u="none" strike="noStrike" cap="none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90" name="Google Shape;290;p34"/>
          <p:cNvSpPr/>
          <p:nvPr/>
        </p:nvSpPr>
        <p:spPr>
          <a:xfrm>
            <a:off x="7844625" y="4146965"/>
            <a:ext cx="986700" cy="4050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Security (16)</a:t>
            </a:r>
            <a:endParaRPr sz="1000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cxnSp>
        <p:nvCxnSpPr>
          <p:cNvPr id="291" name="Google Shape;291;p34"/>
          <p:cNvCxnSpPr>
            <a:stCxn id="278" idx="1"/>
            <a:endCxn id="272" idx="1"/>
          </p:cNvCxnSpPr>
          <p:nvPr/>
        </p:nvCxnSpPr>
        <p:spPr>
          <a:xfrm rot="10800000" flipH="1">
            <a:off x="1330938" y="2685818"/>
            <a:ext cx="57900" cy="1133100"/>
          </a:xfrm>
          <a:prstGeom prst="bentConnector3">
            <a:avLst>
              <a:gd name="adj1" fmla="val -183041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2" name="Google Shape;292;p34"/>
          <p:cNvSpPr txBox="1"/>
          <p:nvPr/>
        </p:nvSpPr>
        <p:spPr>
          <a:xfrm>
            <a:off x="5023554" y="4859007"/>
            <a:ext cx="19299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50" tIns="68650" rIns="68650" bIns="686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Draft Revisions March 2025</a:t>
            </a:r>
            <a:endParaRPr sz="1000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93" name="Google Shape;293;p34"/>
          <p:cNvSpPr/>
          <p:nvPr/>
        </p:nvSpPr>
        <p:spPr>
          <a:xfrm>
            <a:off x="7723983" y="2438603"/>
            <a:ext cx="1138500" cy="474600"/>
          </a:xfrm>
          <a:prstGeom prst="roundRect">
            <a:avLst>
              <a:gd name="adj" fmla="val 50000"/>
            </a:avLst>
          </a:prstGeom>
          <a:solidFill>
            <a:srgbClr val="0E945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Facilities Manager (1)</a:t>
            </a:r>
            <a:endParaRPr sz="1000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94" name="Google Shape;294;p34"/>
          <p:cNvSpPr/>
          <p:nvPr/>
        </p:nvSpPr>
        <p:spPr>
          <a:xfrm>
            <a:off x="5972897" y="2432780"/>
            <a:ext cx="648300" cy="405000"/>
          </a:xfrm>
          <a:prstGeom prst="roundRect">
            <a:avLst>
              <a:gd name="adj" fmla="val 50000"/>
            </a:avLst>
          </a:prstGeom>
          <a:solidFill>
            <a:srgbClr val="0E945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 b="0" i="0" u="none" strike="noStrike" cap="none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ELI</a:t>
            </a:r>
            <a:endParaRPr sz="1000" b="0" i="0" u="none" strike="noStrike" cap="none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00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(11)</a:t>
            </a:r>
            <a:endParaRPr sz="1000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95" name="Google Shape;295;p34"/>
          <p:cNvSpPr/>
          <p:nvPr/>
        </p:nvSpPr>
        <p:spPr>
          <a:xfrm>
            <a:off x="2671375" y="4123597"/>
            <a:ext cx="1138500" cy="4050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dirty="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Copy Center (1)</a:t>
            </a:r>
            <a:endParaRPr sz="1100" dirty="0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sp>
        <p:nvSpPr>
          <p:cNvPr id="296" name="Google Shape;296;p34"/>
          <p:cNvSpPr/>
          <p:nvPr/>
        </p:nvSpPr>
        <p:spPr>
          <a:xfrm>
            <a:off x="2671375" y="2966302"/>
            <a:ext cx="1138500" cy="4050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68650" tIns="68650" rIns="68650" bIns="68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1100" dirty="0">
                <a:solidFill>
                  <a:schemeClr val="tx1"/>
                </a:solidFill>
                <a:latin typeface="Vollkorn"/>
                <a:ea typeface="Vollkorn"/>
                <a:cs typeface="Vollkorn"/>
                <a:sym typeface="Vollkorn"/>
              </a:rPr>
              <a:t>Purchasing Staff  (3)</a:t>
            </a:r>
            <a:endParaRPr sz="1100" b="0" i="0" u="none" strike="noStrike" cap="none" dirty="0">
              <a:solidFill>
                <a:schemeClr val="tx1"/>
              </a:solidFill>
              <a:latin typeface="Vollkorn"/>
              <a:ea typeface="Vollkorn"/>
              <a:cs typeface="Vollkorn"/>
              <a:sym typeface="Vollkorn"/>
            </a:endParaRPr>
          </a:p>
        </p:txBody>
      </p:sp>
      <p:pic>
        <p:nvPicPr>
          <p:cNvPr id="297" name="Google Shape;297;p34"/>
          <p:cNvPicPr preferRelativeResize="0"/>
          <p:nvPr/>
        </p:nvPicPr>
        <p:blipFill rotWithShape="1">
          <a:blip r:embed="rId4">
            <a:alphaModFix/>
          </a:blip>
          <a:srcRect t="4669" b="4660"/>
          <a:stretch/>
        </p:blipFill>
        <p:spPr>
          <a:xfrm rot="-5400000">
            <a:off x="7524643" y="3518399"/>
            <a:ext cx="1614374" cy="161540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8" name="Google Shape;298;p34"/>
          <p:cNvCxnSpPr>
            <a:stCxn id="293" idx="1"/>
            <a:endCxn id="274" idx="1"/>
          </p:cNvCxnSpPr>
          <p:nvPr/>
        </p:nvCxnSpPr>
        <p:spPr>
          <a:xfrm>
            <a:off x="7723983" y="2675903"/>
            <a:ext cx="85800" cy="547500"/>
          </a:xfrm>
          <a:prstGeom prst="bentConnector3">
            <a:avLst>
              <a:gd name="adj1" fmla="val -198437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99" name="Google Shape;299;p34"/>
          <p:cNvCxnSpPr>
            <a:stCxn id="293" idx="1"/>
          </p:cNvCxnSpPr>
          <p:nvPr/>
        </p:nvCxnSpPr>
        <p:spPr>
          <a:xfrm>
            <a:off x="7723983" y="2675903"/>
            <a:ext cx="95700" cy="1181700"/>
          </a:xfrm>
          <a:prstGeom prst="bentConnector4">
            <a:avLst>
              <a:gd name="adj1" fmla="val -177971"/>
              <a:gd name="adj2" fmla="val 99292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0" name="Google Shape;300;p34"/>
          <p:cNvCxnSpPr>
            <a:stCxn id="293" idx="1"/>
          </p:cNvCxnSpPr>
          <p:nvPr/>
        </p:nvCxnSpPr>
        <p:spPr>
          <a:xfrm>
            <a:off x="7723983" y="2675903"/>
            <a:ext cx="150000" cy="1736400"/>
          </a:xfrm>
          <a:prstGeom prst="bentConnector4">
            <a:avLst>
              <a:gd name="adj1" fmla="val -113393"/>
              <a:gd name="adj2" fmla="val 100486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1" name="Google Shape;301;p34"/>
          <p:cNvCxnSpPr>
            <a:stCxn id="288" idx="1"/>
            <a:endCxn id="296" idx="1"/>
          </p:cNvCxnSpPr>
          <p:nvPr/>
        </p:nvCxnSpPr>
        <p:spPr>
          <a:xfrm flipH="1">
            <a:off x="2671482" y="2664546"/>
            <a:ext cx="48000" cy="504300"/>
          </a:xfrm>
          <a:prstGeom prst="bentConnector3">
            <a:avLst>
              <a:gd name="adj1" fmla="val 454575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2" name="Google Shape;302;p34"/>
          <p:cNvCxnSpPr>
            <a:stCxn id="288" idx="1"/>
            <a:endCxn id="280" idx="1"/>
          </p:cNvCxnSpPr>
          <p:nvPr/>
        </p:nvCxnSpPr>
        <p:spPr>
          <a:xfrm flipH="1">
            <a:off x="2671482" y="2664546"/>
            <a:ext cx="48000" cy="1083000"/>
          </a:xfrm>
          <a:prstGeom prst="bentConnector3">
            <a:avLst>
              <a:gd name="adj1" fmla="val 454575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3" name="Google Shape;303;p34"/>
          <p:cNvCxnSpPr>
            <a:stCxn id="288" idx="1"/>
            <a:endCxn id="295" idx="1"/>
          </p:cNvCxnSpPr>
          <p:nvPr/>
        </p:nvCxnSpPr>
        <p:spPr>
          <a:xfrm flipH="1">
            <a:off x="2671482" y="2664546"/>
            <a:ext cx="48000" cy="1661700"/>
          </a:xfrm>
          <a:prstGeom prst="bentConnector3">
            <a:avLst>
              <a:gd name="adj1" fmla="val 454575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4" name="Google Shape;304;p34"/>
          <p:cNvCxnSpPr>
            <a:stCxn id="267" idx="2"/>
            <a:endCxn id="270" idx="0"/>
          </p:cNvCxnSpPr>
          <p:nvPr/>
        </p:nvCxnSpPr>
        <p:spPr>
          <a:xfrm rot="5400000">
            <a:off x="2444909" y="290664"/>
            <a:ext cx="352500" cy="3999900"/>
          </a:xfrm>
          <a:prstGeom prst="bentConnector3">
            <a:avLst>
              <a:gd name="adj1" fmla="val 43888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5" name="Google Shape;305;p34"/>
          <p:cNvCxnSpPr>
            <a:stCxn id="267" idx="2"/>
            <a:endCxn id="272" idx="0"/>
          </p:cNvCxnSpPr>
          <p:nvPr/>
        </p:nvCxnSpPr>
        <p:spPr>
          <a:xfrm rot="5400000">
            <a:off x="3066659" y="912414"/>
            <a:ext cx="352500" cy="2756400"/>
          </a:xfrm>
          <a:prstGeom prst="bentConnector3">
            <a:avLst>
              <a:gd name="adj1" fmla="val 43888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6" name="Google Shape;306;p34"/>
          <p:cNvCxnSpPr>
            <a:stCxn id="267" idx="2"/>
            <a:endCxn id="288" idx="0"/>
          </p:cNvCxnSpPr>
          <p:nvPr/>
        </p:nvCxnSpPr>
        <p:spPr>
          <a:xfrm rot="5400000">
            <a:off x="3756959" y="1597914"/>
            <a:ext cx="347700" cy="1380600"/>
          </a:xfrm>
          <a:prstGeom prst="bentConnector3">
            <a:avLst>
              <a:gd name="adj1" fmla="val 44515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7" name="Google Shape;307;p34"/>
          <p:cNvCxnSpPr>
            <a:stCxn id="267" idx="2"/>
            <a:endCxn id="282" idx="0"/>
          </p:cNvCxnSpPr>
          <p:nvPr/>
        </p:nvCxnSpPr>
        <p:spPr>
          <a:xfrm rot="5400000">
            <a:off x="4376309" y="2197764"/>
            <a:ext cx="328200" cy="161400"/>
          </a:xfrm>
          <a:prstGeom prst="bentConnector3">
            <a:avLst>
              <a:gd name="adj1" fmla="val 49286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8" name="Google Shape;308;p34"/>
          <p:cNvCxnSpPr>
            <a:stCxn id="267" idx="2"/>
            <a:endCxn id="283" idx="0"/>
          </p:cNvCxnSpPr>
          <p:nvPr/>
        </p:nvCxnSpPr>
        <p:spPr>
          <a:xfrm rot="-5400000" flipH="1">
            <a:off x="4900559" y="1834914"/>
            <a:ext cx="318300" cy="877200"/>
          </a:xfrm>
          <a:prstGeom prst="bentConnector3">
            <a:avLst>
              <a:gd name="adj1" fmla="val 50014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9" name="Google Shape;309;p34"/>
          <p:cNvCxnSpPr>
            <a:stCxn id="267" idx="2"/>
            <a:endCxn id="294" idx="0"/>
          </p:cNvCxnSpPr>
          <p:nvPr/>
        </p:nvCxnSpPr>
        <p:spPr>
          <a:xfrm rot="-5400000" flipH="1">
            <a:off x="5299859" y="1435614"/>
            <a:ext cx="318300" cy="1675800"/>
          </a:xfrm>
          <a:prstGeom prst="bentConnector3">
            <a:avLst>
              <a:gd name="adj1" fmla="val 50014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0" name="Google Shape;310;p34"/>
          <p:cNvCxnSpPr>
            <a:stCxn id="267" idx="2"/>
            <a:endCxn id="289" idx="0"/>
          </p:cNvCxnSpPr>
          <p:nvPr/>
        </p:nvCxnSpPr>
        <p:spPr>
          <a:xfrm rot="-5400000" flipH="1">
            <a:off x="5685809" y="1049664"/>
            <a:ext cx="318300" cy="2447700"/>
          </a:xfrm>
          <a:prstGeom prst="bentConnector3">
            <a:avLst>
              <a:gd name="adj1" fmla="val 50014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1" name="Google Shape;311;p34"/>
          <p:cNvCxnSpPr>
            <a:stCxn id="267" idx="2"/>
            <a:endCxn id="293" idx="0"/>
          </p:cNvCxnSpPr>
          <p:nvPr/>
        </p:nvCxnSpPr>
        <p:spPr>
          <a:xfrm rot="-5400000" flipH="1">
            <a:off x="6294959" y="440514"/>
            <a:ext cx="324300" cy="3672000"/>
          </a:xfrm>
          <a:prstGeom prst="bentConnector3">
            <a:avLst>
              <a:gd name="adj1" fmla="val 47731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12" name="Google Shape;312;p3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517" y="4768147"/>
            <a:ext cx="2091806" cy="3793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NS-TEMP_01">
  <a:themeElements>
    <a:clrScheme name="Custom 1">
      <a:dk1>
        <a:srgbClr val="000000"/>
      </a:dk1>
      <a:lt1>
        <a:srgbClr val="FFFFFF"/>
      </a:lt1>
      <a:dk2>
        <a:srgbClr val="026937"/>
      </a:dk2>
      <a:lt2>
        <a:srgbClr val="80BC00"/>
      </a:lt2>
      <a:accent1>
        <a:srgbClr val="007934"/>
      </a:accent1>
      <a:accent2>
        <a:srgbClr val="FF7900"/>
      </a:accent2>
      <a:accent3>
        <a:srgbClr val="4C9C2E"/>
      </a:accent3>
      <a:accent4>
        <a:srgbClr val="FFCD00"/>
      </a:accent4>
      <a:accent5>
        <a:srgbClr val="0082CA"/>
      </a:accent5>
      <a:accent6>
        <a:srgbClr val="003CA6"/>
      </a:accent6>
      <a:hlink>
        <a:srgbClr val="73308A"/>
      </a:hlink>
      <a:folHlink>
        <a:srgbClr val="FF241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508</Words>
  <Application>Microsoft Office PowerPoint</Application>
  <PresentationFormat>On-screen Show (16:9)</PresentationFormat>
  <Paragraphs>129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Vollkorn</vt:lpstr>
      <vt:lpstr>Arial</vt:lpstr>
      <vt:lpstr>Montserrat Medium</vt:lpstr>
      <vt:lpstr>Roboto</vt:lpstr>
      <vt:lpstr>Montserrat</vt:lpstr>
      <vt:lpstr>Vollkorn ExtraBold</vt:lpstr>
      <vt:lpstr>Montserrat SemiBold</vt:lpstr>
      <vt:lpstr>ANS-TEMP_01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Leonel Gutierrez</dc:creator>
  <cp:lastModifiedBy>Guillermo Rocha</cp:lastModifiedBy>
  <cp:revision>6</cp:revision>
  <dcterms:modified xsi:type="dcterms:W3CDTF">2025-07-31T14:28:35Z</dcterms:modified>
</cp:coreProperties>
</file>